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2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wmf" ContentType="image/x-wmf"/>
  <Override PartName="/ppt/media/image3.wmf" ContentType="image/x-wmf"/>
  <Override PartName="/ppt/media/image4.wmf" ContentType="image/x-wmf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media/image9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</p:sldMasterIdLst>
  <p:sldIdLst>
    <p:sldId id="256" r:id="rId14"/>
    <p:sldId id="257" r:id="rId15"/>
    <p:sldId id="258" r:id="rId16"/>
    <p:sldId id="259" r:id="rId17"/>
    <p:sldId id="260" r:id="rId18"/>
    <p:sldId id="261" r:id="rId19"/>
    <p:sldId id="262" r:id="rId20"/>
    <p:sldId id="263" r:id="rId21"/>
    <p:sldId id="264" r:id="rId22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slide" Target="slides/slide8.xml"/><Relationship Id="rId22" Type="http://schemas.openxmlformats.org/officeDocument/2006/relationships/slide" Target="slides/slide9.xml"/><Relationship Id="rId2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1028880" y="685800"/>
            <a:ext cx="7200720" cy="148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Franklin Gothic Book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685440" y="2367000"/>
            <a:ext cx="7772400" cy="3423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MX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2740373-F519-491E-A378-0FDC1C9083C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s-MX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AC526A7-5293-4F4B-840D-262044FB73A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s-MX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49FFE630-C6E6-43A5-94D3-FB173801827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s-MX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1028880" y="685800"/>
            <a:ext cx="7200720" cy="148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Franklin Gothic Book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/>
          </p:nvPr>
        </p:nvSpPr>
        <p:spPr>
          <a:xfrm>
            <a:off x="685440" y="2367000"/>
            <a:ext cx="7772400" cy="3423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4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chemeClr val="dk2"/>
              </a:solidFill>
              <a:latin typeface="Franklin Gothic Book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EC4FC507-B079-4B2E-A448-1EFD3F5C5B2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s-MX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1028880" y="685800"/>
            <a:ext cx="7200720" cy="148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Franklin Gothic Book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/>
          </p:nvPr>
        </p:nvSpPr>
        <p:spPr>
          <a:xfrm>
            <a:off x="685440" y="2367000"/>
            <a:ext cx="7772400" cy="3423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4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chemeClr val="dk2"/>
              </a:solidFill>
              <a:latin typeface="Franklin Gothic Book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4B4D5BAF-1D0E-49FB-9447-355BA7926C1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s-MX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9D919F7D-AAD2-4D90-89A4-60CD78A57AA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s-MX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028880" y="685800"/>
            <a:ext cx="7200720" cy="148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Franklin Gothic Book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/>
          </p:nvPr>
        </p:nvSpPr>
        <p:spPr>
          <a:xfrm>
            <a:off x="685440" y="2367000"/>
            <a:ext cx="3792600" cy="3423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4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chemeClr val="dk2"/>
              </a:solidFill>
              <a:latin typeface="Franklin Gothic Book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/>
          </p:nvPr>
        </p:nvSpPr>
        <p:spPr>
          <a:xfrm>
            <a:off x="4668120" y="2367000"/>
            <a:ext cx="3792600" cy="3423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4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chemeClr val="dk2"/>
              </a:solidFill>
              <a:latin typeface="Franklin Gothic Book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68CB246C-D6DB-4393-B084-1ADEC6DBFDE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s-MX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529EC841-7354-422D-9953-B283D1A4520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s-MX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1028880" y="685800"/>
            <a:ext cx="7200720" cy="148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Franklin Gothic Book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B79CAA99-A8F8-4B87-A8DF-B107EE8A088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s-MX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F49C613E-3687-4353-8A9A-809D3B75D1A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s-MX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88BF4363-582B-4EF8-AD6C-877BB35CB9C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s-MX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6"/>
          </p:nvPr>
        </p:nvSpPr>
        <p:spPr/>
        <p:txBody>
          <a:bodyPr/>
          <a:p>
            <a:fld id="{CB3C5938-AF04-4778-9AD9-7852DFFB330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4"/>
          </p:nvPr>
        </p:nvSpPr>
        <p:spPr/>
        <p:txBody>
          <a:bodyPr/>
          <a:p>
            <a:r>
              <a:rPr lang="es-MX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Rectangle 8" hidden="1"/>
          <p:cNvSpPr/>
          <p:nvPr/>
        </p:nvSpPr>
        <p:spPr>
          <a:xfrm>
            <a:off x="358560" y="360"/>
            <a:ext cx="171000" cy="68576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s-MX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" name="Rectangle 7" hidden="1"/>
          <p:cNvSpPr/>
          <p:nvPr/>
        </p:nvSpPr>
        <p:spPr>
          <a:xfrm>
            <a:off x="358560" y="360"/>
            <a:ext cx="171000" cy="68576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s-MX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436400" y="1788480"/>
            <a:ext cx="6270480" cy="2097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685800">
              <a:lnSpc>
                <a:spcPct val="89000"/>
              </a:lnSpc>
              <a:buNone/>
            </a:pPr>
            <a:r>
              <a:rPr b="0" lang="en-US" sz="6000" spc="-1" strike="noStrike" cap="all">
                <a:solidFill>
                  <a:schemeClr val="dk2"/>
                </a:solidFill>
                <a:latin typeface="Franklin Gothic Book"/>
              </a:rPr>
              <a:t>Click to edit Master title style</a:t>
            </a:r>
            <a:endParaRPr b="0" lang="en-US" sz="6000" spc="-1" strike="noStrike">
              <a:solidFill>
                <a:schemeClr val="dk1"/>
              </a:solidFill>
              <a:latin typeface="Franklin Gothic Book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564480" y="6453360"/>
            <a:ext cx="1205640" cy="404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000" spc="-1" strike="noStrike">
                <a:solidFill>
                  <a:schemeClr val="dk2"/>
                </a:solidFill>
                <a:latin typeface="Franklin Gothic Book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chemeClr val="dk2"/>
                </a:solidFill>
                <a:latin typeface="Franklin Gothic Book"/>
              </a:rPr>
              <a:t>&lt;fecha/hora&gt;</a:t>
            </a:r>
            <a:endParaRPr b="0" lang="es-MX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1937880" y="6453360"/>
            <a:ext cx="5267160" cy="404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MX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MX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MX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7373160" y="6453360"/>
            <a:ext cx="1197000" cy="404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00" spc="-1" strike="noStrike">
                <a:solidFill>
                  <a:schemeClr val="dk2"/>
                </a:solidFill>
                <a:latin typeface="Franklin Gothic Book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00AFB3E-C3A8-4805-A329-D6E5A99521A6}" type="slidenum">
              <a:rPr b="0" lang="en-US" sz="1000" spc="-1" strike="noStrike">
                <a:solidFill>
                  <a:schemeClr val="dk2"/>
                </a:solidFill>
                <a:latin typeface="Franklin Gothic Book"/>
              </a:rPr>
              <a:t>&lt;número&gt;</a:t>
            </a:fld>
            <a:endParaRPr b="0" lang="es-MX" sz="10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6" name="Group 7"/>
          <p:cNvGrpSpPr/>
          <p:nvPr/>
        </p:nvGrpSpPr>
        <p:grpSpPr>
          <a:xfrm>
            <a:off x="564120" y="744120"/>
            <a:ext cx="8005680" cy="5349600"/>
            <a:chOff x="564120" y="744120"/>
            <a:chExt cx="8005680" cy="5349600"/>
          </a:xfrm>
        </p:grpSpPr>
        <p:sp>
          <p:nvSpPr>
            <p:cNvPr id="7" name="Freeform 6"/>
            <p:cNvSpPr/>
            <p:nvPr/>
          </p:nvSpPr>
          <p:spPr>
            <a:xfrm>
              <a:off x="6113880" y="1685520"/>
              <a:ext cx="2455920" cy="4408200"/>
            </a:xfrm>
            <a:custGeom>
              <a:avLst/>
              <a:gdLst>
                <a:gd name="textAreaLeft" fmla="*/ 0 w 2455920"/>
                <a:gd name="textAreaRight" fmla="*/ 2456280 w 2455920"/>
                <a:gd name="textAreaTop" fmla="*/ 0 h 4408200"/>
                <a:gd name="textAreaBottom" fmla="*/ 4408560 h 4408200"/>
              </a:gdLst>
              <a:ahLst/>
              <a:rect l="textAreaLeft" t="textAreaTop" r="textAreaRight" b="textAreaBottom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357"/>
                  </a:lnTo>
                  <a:lnTo>
                    <a:pt x="8761" y="935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MX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" name="Freeform 6"/>
            <p:cNvSpPr/>
            <p:nvPr/>
          </p:nvSpPr>
          <p:spPr>
            <a:xfrm flipH="1" flipV="1">
              <a:off x="563400" y="743760"/>
              <a:ext cx="2456280" cy="4408200"/>
            </a:xfrm>
            <a:custGeom>
              <a:avLst/>
              <a:gdLst>
                <a:gd name="textAreaLeft" fmla="*/ -360 w 2456280"/>
                <a:gd name="textAreaRight" fmla="*/ 2456280 w 2456280"/>
                <a:gd name="textAreaTop" fmla="*/ -360 h 4408200"/>
                <a:gd name="textAreaBottom" fmla="*/ 4408200 h 4408200"/>
              </a:gdLst>
              <a:ahLst/>
              <a:rect l="textAreaLeft" t="textAreaTop" r="textAreaRight" b="textAreaBottom"/>
              <a:pathLst>
                <a:path w="10001" h="10000">
                  <a:moveTo>
                    <a:pt x="8762" y="0"/>
                  </a:moveTo>
                  <a:lnTo>
                    <a:pt x="10001" y="0"/>
                  </a:lnTo>
                  <a:lnTo>
                    <a:pt x="10001" y="10000"/>
                  </a:lnTo>
                  <a:lnTo>
                    <a:pt x="1" y="10000"/>
                  </a:lnTo>
                  <a:cubicBezTo>
                    <a:pt x="-2" y="9766"/>
                    <a:pt x="4" y="9586"/>
                    <a:pt x="1" y="9352"/>
                  </a:cubicBezTo>
                  <a:lnTo>
                    <a:pt x="8762" y="9346"/>
                  </a:lnTo>
                  <a:lnTo>
                    <a:pt x="876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MX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9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4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2"/>
                </a:solidFill>
                <a:latin typeface="Franklin Gothic Book"/>
              </a:rPr>
              <a:t>Pulse para editar el formato de texto del esquema</a:t>
            </a:r>
            <a:endParaRPr b="0" lang="en-US" sz="2000" spc="-1" strike="noStrike">
              <a:solidFill>
                <a:schemeClr val="dk2"/>
              </a:solidFill>
              <a:latin typeface="Franklin Gothic Book"/>
            </a:endParaRPr>
          </a:p>
          <a:p>
            <a:pPr lvl="1" marL="864000" indent="-324000">
              <a:lnSpc>
                <a:spcPct val="94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2"/>
                </a:solidFill>
                <a:latin typeface="Franklin Gothic Book"/>
              </a:rPr>
              <a:t>Segundo nivel del esquema</a:t>
            </a:r>
            <a:endParaRPr b="0" lang="en-US" sz="1800" spc="-1" strike="noStrike">
              <a:solidFill>
                <a:schemeClr val="dk2"/>
              </a:solidFill>
              <a:latin typeface="Franklin Gothic Book"/>
            </a:endParaRPr>
          </a:p>
          <a:p>
            <a:pPr lvl="2" marL="1296000" indent="-288000">
              <a:lnSpc>
                <a:spcPct val="94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i="1" lang="en-US" sz="1800" spc="-1" strike="noStrike">
                <a:solidFill>
                  <a:schemeClr val="dk2"/>
                </a:solidFill>
                <a:latin typeface="Franklin Gothic Book"/>
              </a:rPr>
              <a:t>Tercer nivel del esquema</a:t>
            </a:r>
            <a:endParaRPr b="0" i="1" lang="en-US" sz="1800" spc="-1" strike="noStrike">
              <a:solidFill>
                <a:schemeClr val="dk2"/>
              </a:solidFill>
              <a:latin typeface="Franklin Gothic Book"/>
            </a:endParaRPr>
          </a:p>
          <a:p>
            <a:pPr lvl="3" marL="1728000" indent="-216000">
              <a:lnSpc>
                <a:spcPct val="94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600" spc="-1" strike="noStrike">
                <a:solidFill>
                  <a:schemeClr val="dk2"/>
                </a:solidFill>
                <a:latin typeface="Franklin Gothic Book"/>
              </a:rPr>
              <a:t>Cuarto nivel del esquema</a:t>
            </a:r>
            <a:endParaRPr b="0" lang="en-US" sz="1600" spc="-1" strike="noStrike">
              <a:solidFill>
                <a:schemeClr val="dk2"/>
              </a:solidFill>
              <a:latin typeface="Franklin Gothic Book"/>
            </a:endParaRPr>
          </a:p>
          <a:p>
            <a:pPr lvl="4" marL="2160000" indent="-216000">
              <a:lnSpc>
                <a:spcPct val="94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2"/>
                </a:solidFill>
                <a:latin typeface="Franklin Gothic Book"/>
              </a:rPr>
              <a:t>Quinto nivel del esquema</a:t>
            </a:r>
            <a:endParaRPr b="0" lang="en-US" sz="2000" spc="-1" strike="noStrike">
              <a:solidFill>
                <a:schemeClr val="dk2"/>
              </a:solidFill>
              <a:latin typeface="Franklin Gothic Book"/>
            </a:endParaRPr>
          </a:p>
          <a:p>
            <a:pPr lvl="5" marL="2592000" indent="-216000">
              <a:lnSpc>
                <a:spcPct val="94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2"/>
                </a:solidFill>
                <a:latin typeface="Franklin Gothic Book"/>
              </a:rPr>
              <a:t>Sexto nivel del esquema</a:t>
            </a:r>
            <a:endParaRPr b="0" lang="en-US" sz="2000" spc="-1" strike="noStrike">
              <a:solidFill>
                <a:schemeClr val="dk2"/>
              </a:solidFill>
              <a:latin typeface="Franklin Gothic Book"/>
            </a:endParaRPr>
          </a:p>
          <a:p>
            <a:pPr lvl="6" marL="3024000" indent="-216000">
              <a:lnSpc>
                <a:spcPct val="94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2"/>
                </a:solidFill>
                <a:latin typeface="Franklin Gothic Book"/>
              </a:rPr>
              <a:t>Séptimo nivel del esquema</a:t>
            </a:r>
            <a:endParaRPr b="0" lang="en-US" sz="2000" spc="-1" strike="noStrike">
              <a:solidFill>
                <a:schemeClr val="dk2"/>
              </a:solidFill>
              <a:latin typeface="Franklin Gothic Book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8"/>
          <p:cNvSpPr/>
          <p:nvPr/>
        </p:nvSpPr>
        <p:spPr>
          <a:xfrm>
            <a:off x="358560" y="360"/>
            <a:ext cx="171000" cy="68576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s-MX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Rectangle 7"/>
          <p:cNvSpPr/>
          <p:nvPr/>
        </p:nvSpPr>
        <p:spPr>
          <a:xfrm>
            <a:off x="358560" y="360"/>
            <a:ext cx="171000" cy="68576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s-MX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1028880" y="685800"/>
            <a:ext cx="7200720" cy="1485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685800">
              <a:lnSpc>
                <a:spcPct val="89000"/>
              </a:lnSpc>
              <a:buNone/>
            </a:pPr>
            <a:r>
              <a:rPr b="0" lang="en-US" sz="4400" spc="-1" strike="noStrike">
                <a:solidFill>
                  <a:schemeClr val="dk2"/>
                </a:solidFill>
                <a:latin typeface="Franklin Gothic Book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Franklin Gothic Book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1028880" y="2295360"/>
            <a:ext cx="7200720" cy="357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84120" indent="-384120" defTabSz="68580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</a:pPr>
            <a:r>
              <a:rPr b="0" lang="en-US" sz="2000" spc="-1" strike="noStrike">
                <a:solidFill>
                  <a:schemeClr val="dk2"/>
                </a:solidFill>
                <a:latin typeface="Franklin Gothic Book"/>
              </a:rPr>
              <a:t>Click to edit Master text styles</a:t>
            </a:r>
            <a:endParaRPr b="0" lang="en-US" sz="2000" spc="-1" strike="noStrike">
              <a:solidFill>
                <a:schemeClr val="dk2"/>
              </a:solidFill>
              <a:latin typeface="Franklin Gothic Book"/>
            </a:endParaRPr>
          </a:p>
          <a:p>
            <a:pPr lvl="1" marL="914400" indent="-384120" defTabSz="685800">
              <a:lnSpc>
                <a:spcPct val="94000"/>
              </a:lnSpc>
              <a:spcBef>
                <a:spcPts val="499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–"/>
            </a:pPr>
            <a:r>
              <a:rPr b="0" i="1" lang="en-US" sz="2000" spc="-1" strike="noStrike">
                <a:solidFill>
                  <a:schemeClr val="dk2"/>
                </a:solidFill>
                <a:latin typeface="Franklin Gothic Book"/>
              </a:rPr>
              <a:t>Second level</a:t>
            </a:r>
            <a:endParaRPr b="0" lang="en-US" sz="2000" spc="-1" strike="noStrike">
              <a:solidFill>
                <a:schemeClr val="dk2"/>
              </a:solidFill>
              <a:latin typeface="Franklin Gothic Book"/>
            </a:endParaRPr>
          </a:p>
          <a:p>
            <a:pPr lvl="2" marL="1371600" indent="-384120" defTabSz="685800">
              <a:lnSpc>
                <a:spcPct val="94000"/>
              </a:lnSpc>
              <a:spcBef>
                <a:spcPts val="499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</a:pPr>
            <a:r>
              <a:rPr b="0" lang="en-US" sz="1800" spc="-1" strike="noStrike">
                <a:solidFill>
                  <a:schemeClr val="dk2"/>
                </a:solidFill>
                <a:latin typeface="Franklin Gothic Book"/>
              </a:rPr>
              <a:t>Third level</a:t>
            </a:r>
            <a:endParaRPr b="0" i="1" lang="en-US" sz="1800" spc="-1" strike="noStrike">
              <a:solidFill>
                <a:schemeClr val="dk2"/>
              </a:solidFill>
              <a:latin typeface="Franklin Gothic Book"/>
            </a:endParaRPr>
          </a:p>
          <a:p>
            <a:pPr lvl="3" marL="1828800" indent="-384120" defTabSz="685800">
              <a:lnSpc>
                <a:spcPct val="94000"/>
              </a:lnSpc>
              <a:spcBef>
                <a:spcPts val="499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–"/>
            </a:pPr>
            <a:r>
              <a:rPr b="0" i="1" lang="en-US" sz="1800" spc="-1" strike="noStrike">
                <a:solidFill>
                  <a:schemeClr val="dk2"/>
                </a:solidFill>
                <a:latin typeface="Franklin Gothic Book"/>
              </a:rPr>
              <a:t>Fourth level</a:t>
            </a:r>
            <a:endParaRPr b="0" lang="en-US" sz="1800" spc="-1" strike="noStrike">
              <a:solidFill>
                <a:schemeClr val="dk2"/>
              </a:solidFill>
              <a:latin typeface="Franklin Gothic Book"/>
            </a:endParaRPr>
          </a:p>
          <a:p>
            <a:pPr lvl="4" marL="2286000" indent="-384120" defTabSz="685800">
              <a:lnSpc>
                <a:spcPct val="94000"/>
              </a:lnSpc>
              <a:spcBef>
                <a:spcPts val="499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</a:pPr>
            <a:r>
              <a:rPr b="0" lang="en-US" sz="1600" spc="-1" strike="noStrike">
                <a:solidFill>
                  <a:schemeClr val="dk2"/>
                </a:solidFill>
                <a:latin typeface="Franklin Gothic Book"/>
              </a:rPr>
              <a:t>Fifth level</a:t>
            </a:r>
            <a:endParaRPr b="0" lang="en-US" sz="1600" spc="-1" strike="noStrike">
              <a:solidFill>
                <a:schemeClr val="dk2"/>
              </a:solidFill>
              <a:latin typeface="Franklin Gothic Book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dt" idx="4"/>
          </p:nvPr>
        </p:nvSpPr>
        <p:spPr>
          <a:xfrm>
            <a:off x="1042920" y="6453360"/>
            <a:ext cx="903240" cy="404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000" spc="-1" strike="noStrike">
                <a:solidFill>
                  <a:schemeClr val="dk2"/>
                </a:solidFill>
                <a:latin typeface="Franklin Gothic Book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chemeClr val="dk2"/>
                </a:solidFill>
                <a:latin typeface="Franklin Gothic Book"/>
              </a:rPr>
              <a:t>&lt;fecha/hora&gt;</a:t>
            </a:r>
            <a:endParaRPr b="0" lang="es-MX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ftr" idx="5"/>
          </p:nvPr>
        </p:nvSpPr>
        <p:spPr>
          <a:xfrm>
            <a:off x="2170080" y="6453360"/>
            <a:ext cx="4710240" cy="404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MX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MX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MX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" name="PlaceHolder 5"/>
          <p:cNvSpPr>
            <a:spLocks noGrp="1"/>
          </p:cNvSpPr>
          <p:nvPr>
            <p:ph type="sldNum" idx="6"/>
          </p:nvPr>
        </p:nvSpPr>
        <p:spPr>
          <a:xfrm>
            <a:off x="7104600" y="6453360"/>
            <a:ext cx="1197000" cy="404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00" spc="-1" strike="noStrike">
                <a:solidFill>
                  <a:schemeClr val="dk2"/>
                </a:solidFill>
                <a:latin typeface="Franklin Gothic Book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C932F13-BB7B-4243-963A-47DD3A17F81F}" type="slidenum">
              <a:rPr b="0" lang="en-US" sz="1000" spc="-1" strike="noStrike">
                <a:solidFill>
                  <a:schemeClr val="dk2"/>
                </a:solidFill>
                <a:latin typeface="Franklin Gothic Book"/>
              </a:rPr>
              <a:t>&lt;número&gt;</a:t>
            </a:fld>
            <a:endParaRPr b="0" lang="es-MX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8"/>
          <p:cNvSpPr/>
          <p:nvPr/>
        </p:nvSpPr>
        <p:spPr>
          <a:xfrm>
            <a:off x="358560" y="360"/>
            <a:ext cx="171000" cy="68576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s-MX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Rectangle 7"/>
          <p:cNvSpPr/>
          <p:nvPr/>
        </p:nvSpPr>
        <p:spPr>
          <a:xfrm>
            <a:off x="358560" y="360"/>
            <a:ext cx="171000" cy="68576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s-MX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6880680" y="624240"/>
            <a:ext cx="1490760" cy="5243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indent="0" defTabSz="685800">
              <a:lnSpc>
                <a:spcPct val="89000"/>
              </a:lnSpc>
              <a:buNone/>
            </a:pPr>
            <a:r>
              <a:rPr b="0" lang="en-US" sz="4400" spc="-1" strike="noStrike">
                <a:solidFill>
                  <a:schemeClr val="dk2"/>
                </a:solidFill>
                <a:latin typeface="Franklin Gothic Book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Franklin Gothic Book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1028880" y="624240"/>
            <a:ext cx="5724000" cy="5243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84120" indent="-384120" defTabSz="68580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</a:pPr>
            <a:r>
              <a:rPr b="0" lang="en-US" sz="2000" spc="-1" strike="noStrike">
                <a:solidFill>
                  <a:schemeClr val="dk2"/>
                </a:solidFill>
                <a:latin typeface="Franklin Gothic Book"/>
              </a:rPr>
              <a:t>Click to edit Master text styles</a:t>
            </a:r>
            <a:endParaRPr b="0" lang="en-US" sz="2000" spc="-1" strike="noStrike">
              <a:solidFill>
                <a:schemeClr val="dk2"/>
              </a:solidFill>
              <a:latin typeface="Franklin Gothic Book"/>
            </a:endParaRPr>
          </a:p>
          <a:p>
            <a:pPr lvl="1" marL="914400" indent="-384120" defTabSz="685800">
              <a:lnSpc>
                <a:spcPct val="94000"/>
              </a:lnSpc>
              <a:spcBef>
                <a:spcPts val="499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–"/>
            </a:pPr>
            <a:r>
              <a:rPr b="0" i="1" lang="en-US" sz="2000" spc="-1" strike="noStrike">
                <a:solidFill>
                  <a:schemeClr val="dk2"/>
                </a:solidFill>
                <a:latin typeface="Franklin Gothic Book"/>
              </a:rPr>
              <a:t>Second level</a:t>
            </a:r>
            <a:endParaRPr b="0" lang="en-US" sz="2000" spc="-1" strike="noStrike">
              <a:solidFill>
                <a:schemeClr val="dk2"/>
              </a:solidFill>
              <a:latin typeface="Franklin Gothic Book"/>
            </a:endParaRPr>
          </a:p>
          <a:p>
            <a:pPr lvl="2" marL="1371600" indent="-384120" defTabSz="685800">
              <a:lnSpc>
                <a:spcPct val="94000"/>
              </a:lnSpc>
              <a:spcBef>
                <a:spcPts val="499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</a:pPr>
            <a:r>
              <a:rPr b="0" lang="en-US" sz="1800" spc="-1" strike="noStrike">
                <a:solidFill>
                  <a:schemeClr val="dk2"/>
                </a:solidFill>
                <a:latin typeface="Franklin Gothic Book"/>
              </a:rPr>
              <a:t>Third level</a:t>
            </a:r>
            <a:endParaRPr b="0" i="1" lang="en-US" sz="1800" spc="-1" strike="noStrike">
              <a:solidFill>
                <a:schemeClr val="dk2"/>
              </a:solidFill>
              <a:latin typeface="Franklin Gothic Book"/>
            </a:endParaRPr>
          </a:p>
          <a:p>
            <a:pPr lvl="3" marL="1828800" indent="-384120" defTabSz="685800">
              <a:lnSpc>
                <a:spcPct val="94000"/>
              </a:lnSpc>
              <a:spcBef>
                <a:spcPts val="499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–"/>
            </a:pPr>
            <a:r>
              <a:rPr b="0" i="1" lang="en-US" sz="1800" spc="-1" strike="noStrike">
                <a:solidFill>
                  <a:schemeClr val="dk2"/>
                </a:solidFill>
                <a:latin typeface="Franklin Gothic Book"/>
              </a:rPr>
              <a:t>Fourth level</a:t>
            </a:r>
            <a:endParaRPr b="0" lang="en-US" sz="1800" spc="-1" strike="noStrike">
              <a:solidFill>
                <a:schemeClr val="dk2"/>
              </a:solidFill>
              <a:latin typeface="Franklin Gothic Book"/>
            </a:endParaRPr>
          </a:p>
          <a:p>
            <a:pPr lvl="4" marL="2286000" indent="-384120" defTabSz="685800">
              <a:lnSpc>
                <a:spcPct val="94000"/>
              </a:lnSpc>
              <a:spcBef>
                <a:spcPts val="499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</a:pPr>
            <a:r>
              <a:rPr b="0" lang="en-US" sz="1600" spc="-1" strike="noStrike">
                <a:solidFill>
                  <a:schemeClr val="dk2"/>
                </a:solidFill>
                <a:latin typeface="Franklin Gothic Book"/>
              </a:rPr>
              <a:t>Fifth level</a:t>
            </a:r>
            <a:endParaRPr b="0" lang="en-US" sz="1600" spc="-1" strike="noStrike">
              <a:solidFill>
                <a:schemeClr val="dk2"/>
              </a:solidFill>
              <a:latin typeface="Franklin Gothic Book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7"/>
          </p:nvPr>
        </p:nvSpPr>
        <p:spPr>
          <a:xfrm>
            <a:off x="1042920" y="6453360"/>
            <a:ext cx="903240" cy="404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000" spc="-1" strike="noStrike">
                <a:solidFill>
                  <a:schemeClr val="dk2"/>
                </a:solidFill>
                <a:latin typeface="Franklin Gothic Book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chemeClr val="dk2"/>
                </a:solidFill>
                <a:latin typeface="Franklin Gothic Book"/>
              </a:rPr>
              <a:t>&lt;fecha/hora&gt;</a:t>
            </a:r>
            <a:endParaRPr b="0" lang="es-MX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8"/>
          </p:nvPr>
        </p:nvSpPr>
        <p:spPr>
          <a:xfrm>
            <a:off x="2170080" y="6453360"/>
            <a:ext cx="4710240" cy="404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MX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MX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MX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9"/>
          </p:nvPr>
        </p:nvSpPr>
        <p:spPr>
          <a:xfrm>
            <a:off x="7104600" y="6453360"/>
            <a:ext cx="1197000" cy="404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00" spc="-1" strike="noStrike">
                <a:solidFill>
                  <a:schemeClr val="dk2"/>
                </a:solidFill>
                <a:latin typeface="Franklin Gothic Book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A8EEF1F-C598-4EC3-A857-4C14F2660A8E}" type="slidenum">
              <a:rPr b="0" lang="en-US" sz="1000" spc="-1" strike="noStrike">
                <a:solidFill>
                  <a:schemeClr val="dk2"/>
                </a:solidFill>
                <a:latin typeface="Franklin Gothic Book"/>
              </a:rPr>
              <a:t>&lt;número&gt;</a:t>
            </a:fld>
            <a:endParaRPr b="0" lang="es-MX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8"/>
          <p:cNvSpPr/>
          <p:nvPr/>
        </p:nvSpPr>
        <p:spPr>
          <a:xfrm>
            <a:off x="358560" y="360"/>
            <a:ext cx="171000" cy="68576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s-MX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" name="Rectangle 7"/>
          <p:cNvSpPr/>
          <p:nvPr/>
        </p:nvSpPr>
        <p:spPr>
          <a:xfrm>
            <a:off x="358560" y="360"/>
            <a:ext cx="171000" cy="68576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s-MX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1028880" y="685800"/>
            <a:ext cx="7200720" cy="1485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685800">
              <a:lnSpc>
                <a:spcPct val="89000"/>
              </a:lnSpc>
              <a:buNone/>
            </a:pPr>
            <a:r>
              <a:rPr b="0" lang="en-US" sz="4400" spc="-1" strike="noStrike">
                <a:solidFill>
                  <a:schemeClr val="dk2"/>
                </a:solidFill>
                <a:latin typeface="Franklin Gothic Book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Franklin Gothic Book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685440" y="2367000"/>
            <a:ext cx="7772400" cy="342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84120" indent="-384120" defTabSz="68580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</a:pPr>
            <a:r>
              <a:rPr b="0" lang="en-US" sz="2000" spc="-1" strike="noStrike">
                <a:solidFill>
                  <a:schemeClr val="dk2"/>
                </a:solidFill>
                <a:latin typeface="Franklin Gothic Book"/>
              </a:rPr>
              <a:t>Click to edit Master text styles</a:t>
            </a:r>
            <a:endParaRPr b="0" lang="en-US" sz="2000" spc="-1" strike="noStrike">
              <a:solidFill>
                <a:schemeClr val="dk2"/>
              </a:solidFill>
              <a:latin typeface="Franklin Gothic Book"/>
            </a:endParaRPr>
          </a:p>
          <a:p>
            <a:pPr lvl="1" marL="914400" indent="-384120" defTabSz="685800">
              <a:lnSpc>
                <a:spcPct val="94000"/>
              </a:lnSpc>
              <a:spcBef>
                <a:spcPts val="499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–"/>
            </a:pPr>
            <a:r>
              <a:rPr b="0" i="1" lang="en-US" sz="2000" spc="-1" strike="noStrike">
                <a:solidFill>
                  <a:schemeClr val="dk2"/>
                </a:solidFill>
                <a:latin typeface="Franklin Gothic Book"/>
              </a:rPr>
              <a:t>Second level</a:t>
            </a:r>
            <a:endParaRPr b="0" lang="en-US" sz="2000" spc="-1" strike="noStrike">
              <a:solidFill>
                <a:schemeClr val="dk2"/>
              </a:solidFill>
              <a:latin typeface="Franklin Gothic Book"/>
            </a:endParaRPr>
          </a:p>
          <a:p>
            <a:pPr lvl="2" marL="1371600" indent="-384120" defTabSz="685800">
              <a:lnSpc>
                <a:spcPct val="94000"/>
              </a:lnSpc>
              <a:spcBef>
                <a:spcPts val="499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</a:pPr>
            <a:r>
              <a:rPr b="0" lang="en-US" sz="1800" spc="-1" strike="noStrike">
                <a:solidFill>
                  <a:schemeClr val="dk2"/>
                </a:solidFill>
                <a:latin typeface="Franklin Gothic Book"/>
              </a:rPr>
              <a:t>Third level</a:t>
            </a:r>
            <a:endParaRPr b="0" i="1" lang="en-US" sz="1800" spc="-1" strike="noStrike">
              <a:solidFill>
                <a:schemeClr val="dk2"/>
              </a:solidFill>
              <a:latin typeface="Franklin Gothic Book"/>
            </a:endParaRPr>
          </a:p>
          <a:p>
            <a:pPr lvl="3" marL="1828800" indent="-384120" defTabSz="685800">
              <a:lnSpc>
                <a:spcPct val="94000"/>
              </a:lnSpc>
              <a:spcBef>
                <a:spcPts val="499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–"/>
            </a:pPr>
            <a:r>
              <a:rPr b="0" i="1" lang="en-US" sz="1800" spc="-1" strike="noStrike">
                <a:solidFill>
                  <a:schemeClr val="dk2"/>
                </a:solidFill>
                <a:latin typeface="Franklin Gothic Book"/>
              </a:rPr>
              <a:t>Fourth level</a:t>
            </a:r>
            <a:endParaRPr b="0" lang="en-US" sz="1800" spc="-1" strike="noStrike">
              <a:solidFill>
                <a:schemeClr val="dk2"/>
              </a:solidFill>
              <a:latin typeface="Franklin Gothic Book"/>
            </a:endParaRPr>
          </a:p>
          <a:p>
            <a:pPr lvl="4" marL="2286000" indent="-384120" defTabSz="685800">
              <a:lnSpc>
                <a:spcPct val="94000"/>
              </a:lnSpc>
              <a:spcBef>
                <a:spcPts val="499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</a:pPr>
            <a:r>
              <a:rPr b="0" lang="en-US" sz="1600" spc="-1" strike="noStrike">
                <a:solidFill>
                  <a:schemeClr val="dk2"/>
                </a:solidFill>
                <a:latin typeface="Franklin Gothic Book"/>
              </a:rPr>
              <a:t>Fifth level</a:t>
            </a:r>
            <a:endParaRPr b="0" lang="en-US" sz="1600" spc="-1" strike="noStrike">
              <a:solidFill>
                <a:schemeClr val="dk2"/>
              </a:solidFill>
              <a:latin typeface="Franklin Gothic Book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dt" idx="10"/>
          </p:nvPr>
        </p:nvSpPr>
        <p:spPr>
          <a:xfrm>
            <a:off x="1042920" y="6453360"/>
            <a:ext cx="903240" cy="404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000" spc="-1" strike="noStrike">
                <a:solidFill>
                  <a:schemeClr val="dk2"/>
                </a:solidFill>
                <a:latin typeface="Franklin Gothic Book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chemeClr val="dk2"/>
                </a:solidFill>
                <a:latin typeface="Franklin Gothic Book"/>
              </a:rPr>
              <a:t>&lt;fecha/hora&gt;</a:t>
            </a:r>
            <a:endParaRPr b="0" lang="es-MX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ftr" idx="11"/>
          </p:nvPr>
        </p:nvSpPr>
        <p:spPr>
          <a:xfrm>
            <a:off x="2170080" y="6453360"/>
            <a:ext cx="4710240" cy="404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MX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MX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MX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sldNum" idx="12"/>
          </p:nvPr>
        </p:nvSpPr>
        <p:spPr>
          <a:xfrm>
            <a:off x="7104600" y="6453360"/>
            <a:ext cx="1197000" cy="404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00" spc="-1" strike="noStrike">
                <a:solidFill>
                  <a:schemeClr val="dk2"/>
                </a:solidFill>
                <a:latin typeface="Franklin Gothic Book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AC65780-C902-4518-8205-351C2B4B8E0B}" type="slidenum">
              <a:rPr b="0" lang="en-US" sz="1000" spc="-1" strike="noStrike">
                <a:solidFill>
                  <a:schemeClr val="dk2"/>
                </a:solidFill>
                <a:latin typeface="Franklin Gothic Book"/>
              </a:rPr>
              <a:t>&lt;número&gt;</a:t>
            </a:fld>
            <a:endParaRPr b="0" lang="es-MX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8"/>
          <p:cNvSpPr/>
          <p:nvPr/>
        </p:nvSpPr>
        <p:spPr>
          <a:xfrm>
            <a:off x="358560" y="360"/>
            <a:ext cx="171000" cy="68576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s-MX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" name="Rectangle 7"/>
          <p:cNvSpPr/>
          <p:nvPr/>
        </p:nvSpPr>
        <p:spPr>
          <a:xfrm>
            <a:off x="358560" y="360"/>
            <a:ext cx="171000" cy="68576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s-MX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1028880" y="685800"/>
            <a:ext cx="7200720" cy="1485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685800">
              <a:lnSpc>
                <a:spcPct val="89000"/>
              </a:lnSpc>
              <a:buNone/>
            </a:pPr>
            <a:r>
              <a:rPr b="0" lang="en-US" sz="4400" spc="-1" strike="noStrike">
                <a:solidFill>
                  <a:schemeClr val="dk2"/>
                </a:solidFill>
                <a:latin typeface="Franklin Gothic Book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Franklin Gothic Book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1028880" y="2286000"/>
            <a:ext cx="7200720" cy="3580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84120" indent="-384120" defTabSz="68580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</a:pPr>
            <a:r>
              <a:rPr b="0" lang="en-US" sz="2000" spc="-1" strike="noStrike">
                <a:solidFill>
                  <a:schemeClr val="dk2"/>
                </a:solidFill>
                <a:latin typeface="Franklin Gothic Book"/>
              </a:rPr>
              <a:t>Click to edit Master text styles</a:t>
            </a:r>
            <a:endParaRPr b="0" lang="en-US" sz="2000" spc="-1" strike="noStrike">
              <a:solidFill>
                <a:schemeClr val="dk2"/>
              </a:solidFill>
              <a:latin typeface="Franklin Gothic Book"/>
            </a:endParaRPr>
          </a:p>
          <a:p>
            <a:pPr lvl="1" marL="914400" indent="-384120" defTabSz="685800">
              <a:lnSpc>
                <a:spcPct val="94000"/>
              </a:lnSpc>
              <a:spcBef>
                <a:spcPts val="499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–"/>
            </a:pPr>
            <a:r>
              <a:rPr b="0" i="1" lang="en-US" sz="2000" spc="-1" strike="noStrike">
                <a:solidFill>
                  <a:schemeClr val="dk2"/>
                </a:solidFill>
                <a:latin typeface="Franklin Gothic Book"/>
              </a:rPr>
              <a:t>Second level</a:t>
            </a:r>
            <a:endParaRPr b="0" lang="en-US" sz="2000" spc="-1" strike="noStrike">
              <a:solidFill>
                <a:schemeClr val="dk2"/>
              </a:solidFill>
              <a:latin typeface="Franklin Gothic Book"/>
            </a:endParaRPr>
          </a:p>
          <a:p>
            <a:pPr lvl="2" marL="1371600" indent="-384120" defTabSz="685800">
              <a:lnSpc>
                <a:spcPct val="94000"/>
              </a:lnSpc>
              <a:spcBef>
                <a:spcPts val="499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</a:pPr>
            <a:r>
              <a:rPr b="0" lang="en-US" sz="1800" spc="-1" strike="noStrike">
                <a:solidFill>
                  <a:schemeClr val="dk2"/>
                </a:solidFill>
                <a:latin typeface="Franklin Gothic Book"/>
              </a:rPr>
              <a:t>Third level</a:t>
            </a:r>
            <a:endParaRPr b="0" i="1" lang="en-US" sz="1800" spc="-1" strike="noStrike">
              <a:solidFill>
                <a:schemeClr val="dk2"/>
              </a:solidFill>
              <a:latin typeface="Franklin Gothic Book"/>
            </a:endParaRPr>
          </a:p>
          <a:p>
            <a:pPr lvl="3" marL="1828800" indent="-384120" defTabSz="685800">
              <a:lnSpc>
                <a:spcPct val="94000"/>
              </a:lnSpc>
              <a:spcBef>
                <a:spcPts val="499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–"/>
            </a:pPr>
            <a:r>
              <a:rPr b="0" i="1" lang="en-US" sz="1800" spc="-1" strike="noStrike">
                <a:solidFill>
                  <a:schemeClr val="dk2"/>
                </a:solidFill>
                <a:latin typeface="Franklin Gothic Book"/>
              </a:rPr>
              <a:t>Fourth level</a:t>
            </a:r>
            <a:endParaRPr b="0" lang="en-US" sz="1800" spc="-1" strike="noStrike">
              <a:solidFill>
                <a:schemeClr val="dk2"/>
              </a:solidFill>
              <a:latin typeface="Franklin Gothic Book"/>
            </a:endParaRPr>
          </a:p>
          <a:p>
            <a:pPr lvl="4" marL="2286000" indent="-384120" defTabSz="685800">
              <a:lnSpc>
                <a:spcPct val="94000"/>
              </a:lnSpc>
              <a:spcBef>
                <a:spcPts val="499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</a:pPr>
            <a:r>
              <a:rPr b="0" lang="en-US" sz="1600" spc="-1" strike="noStrike">
                <a:solidFill>
                  <a:schemeClr val="dk2"/>
                </a:solidFill>
                <a:latin typeface="Franklin Gothic Book"/>
              </a:rPr>
              <a:t>Fifth level</a:t>
            </a:r>
            <a:endParaRPr b="0" lang="en-US" sz="1600" spc="-1" strike="noStrike">
              <a:solidFill>
                <a:schemeClr val="dk2"/>
              </a:solidFill>
              <a:latin typeface="Franklin Gothic Book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dt" idx="13"/>
          </p:nvPr>
        </p:nvSpPr>
        <p:spPr>
          <a:xfrm>
            <a:off x="1042920" y="6453360"/>
            <a:ext cx="903240" cy="404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000" spc="-1" strike="noStrike">
                <a:solidFill>
                  <a:schemeClr val="dk2"/>
                </a:solidFill>
                <a:latin typeface="Franklin Gothic Book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chemeClr val="dk2"/>
                </a:solidFill>
                <a:latin typeface="Franklin Gothic Book"/>
              </a:rPr>
              <a:t>&lt;fecha/hora&gt;</a:t>
            </a:r>
            <a:endParaRPr b="0" lang="es-MX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ftr" idx="14"/>
          </p:nvPr>
        </p:nvSpPr>
        <p:spPr>
          <a:xfrm>
            <a:off x="2170080" y="6453360"/>
            <a:ext cx="4710240" cy="404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MX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MX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MX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sldNum" idx="15"/>
          </p:nvPr>
        </p:nvSpPr>
        <p:spPr>
          <a:xfrm>
            <a:off x="7104600" y="6453360"/>
            <a:ext cx="1197000" cy="404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00" spc="-1" strike="noStrike">
                <a:solidFill>
                  <a:schemeClr val="dk2"/>
                </a:solidFill>
                <a:latin typeface="Franklin Gothic Book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ECE2E82-7741-46D6-B5A2-D21A698EB74C}" type="slidenum">
              <a:rPr b="0" lang="en-US" sz="1000" spc="-1" strike="noStrike">
                <a:solidFill>
                  <a:schemeClr val="dk2"/>
                </a:solidFill>
                <a:latin typeface="Franklin Gothic Book"/>
              </a:rPr>
              <a:t>&lt;número&gt;</a:t>
            </a:fld>
            <a:endParaRPr b="0" lang="es-MX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91b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8" hidden="1"/>
          <p:cNvSpPr/>
          <p:nvPr/>
        </p:nvSpPr>
        <p:spPr>
          <a:xfrm>
            <a:off x="358560" y="360"/>
            <a:ext cx="171000" cy="68576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s-MX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Rectangle 7" hidden="1"/>
          <p:cNvSpPr/>
          <p:nvPr/>
        </p:nvSpPr>
        <p:spPr>
          <a:xfrm>
            <a:off x="358560" y="360"/>
            <a:ext cx="171000" cy="68576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s-MX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573840" y="1301400"/>
            <a:ext cx="7209360" cy="285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algn="r" defTabSz="685800">
              <a:lnSpc>
                <a:spcPct val="89000"/>
              </a:lnSpc>
              <a:buNone/>
            </a:pPr>
            <a:r>
              <a:rPr b="0" lang="en-US" sz="6000" spc="-1" strike="noStrike" cap="all">
                <a:solidFill>
                  <a:schemeClr val="dk2"/>
                </a:solidFill>
                <a:latin typeface="Franklin Gothic Book"/>
              </a:rPr>
              <a:t>Click to edit Master title style</a:t>
            </a:r>
            <a:endParaRPr b="0" lang="en-US" sz="6000" spc="-1" strike="noStrike">
              <a:solidFill>
                <a:schemeClr val="dk1"/>
              </a:solidFill>
              <a:latin typeface="Franklin Gothic Book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573840" y="4216320"/>
            <a:ext cx="7209360" cy="11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r" defTabSz="685800">
              <a:lnSpc>
                <a:spcPct val="112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2"/>
                </a:solidFill>
                <a:latin typeface="Franklin Gothic Book"/>
              </a:rPr>
              <a:t>Click to edit Master text styles</a:t>
            </a:r>
            <a:endParaRPr b="0" lang="en-US" sz="1800" spc="-1" strike="noStrike">
              <a:solidFill>
                <a:schemeClr val="dk2"/>
              </a:solidFill>
              <a:latin typeface="Franklin Gothic Book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dt" idx="16"/>
          </p:nvPr>
        </p:nvSpPr>
        <p:spPr>
          <a:xfrm>
            <a:off x="554040" y="6453360"/>
            <a:ext cx="1216440" cy="404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000" spc="-1" strike="noStrike">
                <a:solidFill>
                  <a:schemeClr val="dk2"/>
                </a:solidFill>
                <a:latin typeface="Franklin Gothic Book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chemeClr val="dk2"/>
                </a:solidFill>
                <a:latin typeface="Franklin Gothic Book"/>
              </a:rPr>
              <a:t>&lt;fecha/hora&gt;</a:t>
            </a:r>
            <a:endParaRPr b="0" lang="es-MX" sz="10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ftr" idx="17"/>
          </p:nvPr>
        </p:nvSpPr>
        <p:spPr>
          <a:xfrm>
            <a:off x="1938240" y="6453360"/>
            <a:ext cx="5267160" cy="404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MX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MX" sz="1400" spc="-1" strike="noStrike">
                <a:solidFill>
                  <a:srgbClr val="ffffff"/>
                </a:solidFill>
                <a:latin typeface="Times New Roman"/>
              </a:rPr>
              <a:t>&lt;pie de página&gt;</a:t>
            </a:r>
            <a:endParaRPr b="0" lang="es-MX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0" name="PlaceHolder 5"/>
          <p:cNvSpPr>
            <a:spLocks noGrp="1"/>
          </p:cNvSpPr>
          <p:nvPr>
            <p:ph type="sldNum" idx="18"/>
          </p:nvPr>
        </p:nvSpPr>
        <p:spPr>
          <a:xfrm>
            <a:off x="7373160" y="6453360"/>
            <a:ext cx="1197000" cy="404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00" spc="-1" strike="noStrike">
                <a:solidFill>
                  <a:schemeClr val="dk2"/>
                </a:solidFill>
                <a:latin typeface="Franklin Gothic Book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7D1D052-6A88-46EC-882E-B4ACC972F7D4}" type="slidenum">
              <a:rPr b="0" lang="en-US" sz="1000" spc="-1" strike="noStrike">
                <a:solidFill>
                  <a:schemeClr val="dk2"/>
                </a:solidFill>
                <a:latin typeface="Franklin Gothic Book"/>
              </a:rPr>
              <a:t>&lt;número&gt;</a:t>
            </a:fld>
            <a:endParaRPr b="0" lang="es-MX" sz="10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1" name="Freeform 6"/>
          <p:cNvSpPr/>
          <p:nvPr/>
        </p:nvSpPr>
        <p:spPr>
          <a:xfrm>
            <a:off x="6113880" y="1685520"/>
            <a:ext cx="2455920" cy="4408200"/>
          </a:xfrm>
          <a:custGeom>
            <a:avLst/>
            <a:gdLst>
              <a:gd name="textAreaLeft" fmla="*/ 0 w 2455920"/>
              <a:gd name="textAreaRight" fmla="*/ 2456280 w 2455920"/>
              <a:gd name="textAreaTop" fmla="*/ 0 h 4408200"/>
              <a:gd name="textAreaBottom" fmla="*/ 4408560 h 4408200"/>
            </a:gdLst>
            <a:ahLst/>
            <a:rect l="textAreaLeft" t="textAreaTop" r="textAreaRight" b="textAreaBottom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MX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" name="Freeform 7"/>
          <p:cNvSpPr/>
          <p:nvPr/>
        </p:nvSpPr>
        <p:spPr>
          <a:xfrm>
            <a:off x="6113880" y="1685520"/>
            <a:ext cx="2455920" cy="4408200"/>
          </a:xfrm>
          <a:custGeom>
            <a:avLst/>
            <a:gdLst>
              <a:gd name="textAreaLeft" fmla="*/ 0 w 2455920"/>
              <a:gd name="textAreaRight" fmla="*/ 2456280 w 2455920"/>
              <a:gd name="textAreaTop" fmla="*/ 0 h 4408200"/>
              <a:gd name="textAreaBottom" fmla="*/ 4408560 h 4408200"/>
            </a:gdLst>
            <a:ahLst/>
            <a:rect l="textAreaLeft" t="textAreaTop" r="textAreaRight" b="textAreaBottom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MX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ectangle 8"/>
          <p:cNvSpPr/>
          <p:nvPr/>
        </p:nvSpPr>
        <p:spPr>
          <a:xfrm>
            <a:off x="358560" y="360"/>
            <a:ext cx="171000" cy="68576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s-MX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" name="Rectangle 7"/>
          <p:cNvSpPr/>
          <p:nvPr/>
        </p:nvSpPr>
        <p:spPr>
          <a:xfrm>
            <a:off x="358560" y="360"/>
            <a:ext cx="171000" cy="68576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s-MX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028880" y="685800"/>
            <a:ext cx="7200720" cy="1485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685800">
              <a:lnSpc>
                <a:spcPct val="89000"/>
              </a:lnSpc>
              <a:buNone/>
            </a:pPr>
            <a:r>
              <a:rPr b="0" lang="en-US" sz="4400" spc="-1" strike="noStrike">
                <a:solidFill>
                  <a:schemeClr val="dk2"/>
                </a:solidFill>
                <a:latin typeface="Franklin Gothic Book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Franklin Gothic Book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028880" y="2286000"/>
            <a:ext cx="3335400" cy="3580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84120" indent="-384120" defTabSz="68580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</a:pPr>
            <a:r>
              <a:rPr b="0" lang="en-US" sz="2000" spc="-1" strike="noStrike">
                <a:solidFill>
                  <a:schemeClr val="dk2"/>
                </a:solidFill>
                <a:latin typeface="Franklin Gothic Book"/>
              </a:rPr>
              <a:t>Click to edit Master text styles</a:t>
            </a:r>
            <a:endParaRPr b="0" lang="en-US" sz="2000" spc="-1" strike="noStrike">
              <a:solidFill>
                <a:schemeClr val="dk2"/>
              </a:solidFill>
              <a:latin typeface="Franklin Gothic Book"/>
            </a:endParaRPr>
          </a:p>
          <a:p>
            <a:pPr lvl="1" marL="914400" indent="-384120" defTabSz="685800">
              <a:lnSpc>
                <a:spcPct val="94000"/>
              </a:lnSpc>
              <a:spcBef>
                <a:spcPts val="499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–"/>
            </a:pPr>
            <a:r>
              <a:rPr b="0" i="1" lang="en-US" sz="2000" spc="-1" strike="noStrike">
                <a:solidFill>
                  <a:schemeClr val="dk2"/>
                </a:solidFill>
                <a:latin typeface="Franklin Gothic Book"/>
              </a:rPr>
              <a:t>Second level</a:t>
            </a:r>
            <a:endParaRPr b="0" lang="en-US" sz="2000" spc="-1" strike="noStrike">
              <a:solidFill>
                <a:schemeClr val="dk2"/>
              </a:solidFill>
              <a:latin typeface="Franklin Gothic Book"/>
            </a:endParaRPr>
          </a:p>
          <a:p>
            <a:pPr lvl="2" marL="1371600" indent="-384120" defTabSz="685800">
              <a:lnSpc>
                <a:spcPct val="94000"/>
              </a:lnSpc>
              <a:spcBef>
                <a:spcPts val="499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</a:pPr>
            <a:r>
              <a:rPr b="0" lang="en-US" sz="1800" spc="-1" strike="noStrike">
                <a:solidFill>
                  <a:schemeClr val="dk2"/>
                </a:solidFill>
                <a:latin typeface="Franklin Gothic Book"/>
              </a:rPr>
              <a:t>Third level</a:t>
            </a:r>
            <a:endParaRPr b="0" i="1" lang="en-US" sz="1800" spc="-1" strike="noStrike">
              <a:solidFill>
                <a:schemeClr val="dk2"/>
              </a:solidFill>
              <a:latin typeface="Franklin Gothic Book"/>
            </a:endParaRPr>
          </a:p>
          <a:p>
            <a:pPr lvl="3" marL="1828800" indent="-384120" defTabSz="685800">
              <a:lnSpc>
                <a:spcPct val="94000"/>
              </a:lnSpc>
              <a:spcBef>
                <a:spcPts val="499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–"/>
            </a:pPr>
            <a:r>
              <a:rPr b="0" i="1" lang="en-US" sz="1800" spc="-1" strike="noStrike">
                <a:solidFill>
                  <a:schemeClr val="dk2"/>
                </a:solidFill>
                <a:latin typeface="Franklin Gothic Book"/>
              </a:rPr>
              <a:t>Fourth level</a:t>
            </a:r>
            <a:endParaRPr b="0" lang="en-US" sz="1800" spc="-1" strike="noStrike">
              <a:solidFill>
                <a:schemeClr val="dk2"/>
              </a:solidFill>
              <a:latin typeface="Franklin Gothic Book"/>
            </a:endParaRPr>
          </a:p>
          <a:p>
            <a:pPr lvl="4" marL="2286000" indent="-384120" defTabSz="685800">
              <a:lnSpc>
                <a:spcPct val="94000"/>
              </a:lnSpc>
              <a:spcBef>
                <a:spcPts val="499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</a:pPr>
            <a:r>
              <a:rPr b="0" lang="en-US" sz="1600" spc="-1" strike="noStrike">
                <a:solidFill>
                  <a:schemeClr val="dk2"/>
                </a:solidFill>
                <a:latin typeface="Franklin Gothic Book"/>
              </a:rPr>
              <a:t>Fifth level</a:t>
            </a:r>
            <a:endParaRPr b="0" lang="en-US" sz="1600" spc="-1" strike="noStrike">
              <a:solidFill>
                <a:schemeClr val="dk2"/>
              </a:solidFill>
              <a:latin typeface="Franklin Gothic Book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894200" y="2286000"/>
            <a:ext cx="3335400" cy="3580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84120" indent="-384120" defTabSz="68580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</a:pPr>
            <a:r>
              <a:rPr b="0" lang="en-US" sz="2000" spc="-1" strike="noStrike">
                <a:solidFill>
                  <a:schemeClr val="dk2"/>
                </a:solidFill>
                <a:latin typeface="Franklin Gothic Book"/>
              </a:rPr>
              <a:t>Click to edit Master text styles</a:t>
            </a:r>
            <a:endParaRPr b="0" lang="en-US" sz="2000" spc="-1" strike="noStrike">
              <a:solidFill>
                <a:schemeClr val="dk2"/>
              </a:solidFill>
              <a:latin typeface="Franklin Gothic Book"/>
            </a:endParaRPr>
          </a:p>
          <a:p>
            <a:pPr lvl="1" marL="914400" indent="-384120" defTabSz="685800">
              <a:lnSpc>
                <a:spcPct val="94000"/>
              </a:lnSpc>
              <a:spcBef>
                <a:spcPts val="499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–"/>
            </a:pPr>
            <a:r>
              <a:rPr b="0" i="1" lang="en-US" sz="2000" spc="-1" strike="noStrike">
                <a:solidFill>
                  <a:schemeClr val="dk2"/>
                </a:solidFill>
                <a:latin typeface="Franklin Gothic Book"/>
              </a:rPr>
              <a:t>Second level</a:t>
            </a:r>
            <a:endParaRPr b="0" lang="en-US" sz="2000" spc="-1" strike="noStrike">
              <a:solidFill>
                <a:schemeClr val="dk2"/>
              </a:solidFill>
              <a:latin typeface="Franklin Gothic Book"/>
            </a:endParaRPr>
          </a:p>
          <a:p>
            <a:pPr lvl="2" marL="1371600" indent="-384120" defTabSz="685800">
              <a:lnSpc>
                <a:spcPct val="94000"/>
              </a:lnSpc>
              <a:spcBef>
                <a:spcPts val="499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</a:pPr>
            <a:r>
              <a:rPr b="0" lang="en-US" sz="1800" spc="-1" strike="noStrike">
                <a:solidFill>
                  <a:schemeClr val="dk2"/>
                </a:solidFill>
                <a:latin typeface="Franklin Gothic Book"/>
              </a:rPr>
              <a:t>Third level</a:t>
            </a:r>
            <a:endParaRPr b="0" i="1" lang="en-US" sz="1800" spc="-1" strike="noStrike">
              <a:solidFill>
                <a:schemeClr val="dk2"/>
              </a:solidFill>
              <a:latin typeface="Franklin Gothic Book"/>
            </a:endParaRPr>
          </a:p>
          <a:p>
            <a:pPr lvl="3" marL="1828800" indent="-384120" defTabSz="685800">
              <a:lnSpc>
                <a:spcPct val="94000"/>
              </a:lnSpc>
              <a:spcBef>
                <a:spcPts val="499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–"/>
            </a:pPr>
            <a:r>
              <a:rPr b="0" i="1" lang="en-US" sz="1800" spc="-1" strike="noStrike">
                <a:solidFill>
                  <a:schemeClr val="dk2"/>
                </a:solidFill>
                <a:latin typeface="Franklin Gothic Book"/>
              </a:rPr>
              <a:t>Fourth level</a:t>
            </a:r>
            <a:endParaRPr b="0" lang="en-US" sz="1800" spc="-1" strike="noStrike">
              <a:solidFill>
                <a:schemeClr val="dk2"/>
              </a:solidFill>
              <a:latin typeface="Franklin Gothic Book"/>
            </a:endParaRPr>
          </a:p>
          <a:p>
            <a:pPr lvl="4" marL="2286000" indent="-384120" defTabSz="685800">
              <a:lnSpc>
                <a:spcPct val="94000"/>
              </a:lnSpc>
              <a:spcBef>
                <a:spcPts val="499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</a:pPr>
            <a:r>
              <a:rPr b="0" lang="en-US" sz="1600" spc="-1" strike="noStrike">
                <a:solidFill>
                  <a:schemeClr val="dk2"/>
                </a:solidFill>
                <a:latin typeface="Franklin Gothic Book"/>
              </a:rPr>
              <a:t>Fifth level</a:t>
            </a:r>
            <a:endParaRPr b="0" lang="en-US" sz="1600" spc="-1" strike="noStrike">
              <a:solidFill>
                <a:schemeClr val="dk2"/>
              </a:solidFill>
              <a:latin typeface="Franklin Gothic Book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19"/>
          </p:nvPr>
        </p:nvSpPr>
        <p:spPr>
          <a:xfrm>
            <a:off x="1042920" y="6453360"/>
            <a:ext cx="903240" cy="404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000" spc="-1" strike="noStrike">
                <a:solidFill>
                  <a:schemeClr val="dk2"/>
                </a:solidFill>
                <a:latin typeface="Franklin Gothic Book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chemeClr val="dk2"/>
                </a:solidFill>
                <a:latin typeface="Franklin Gothic Book"/>
              </a:rPr>
              <a:t>&lt;fecha/hora&gt;</a:t>
            </a:r>
            <a:endParaRPr b="0" lang="es-MX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20"/>
          </p:nvPr>
        </p:nvSpPr>
        <p:spPr>
          <a:xfrm>
            <a:off x="2170080" y="6453360"/>
            <a:ext cx="4710240" cy="404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MX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MX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MX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21"/>
          </p:nvPr>
        </p:nvSpPr>
        <p:spPr>
          <a:xfrm>
            <a:off x="7104600" y="6453360"/>
            <a:ext cx="1197000" cy="404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00" spc="-1" strike="noStrike">
                <a:solidFill>
                  <a:schemeClr val="dk2"/>
                </a:solidFill>
                <a:latin typeface="Franklin Gothic Book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ABC6030-9926-4218-9E0F-32CA5321293E}" type="slidenum">
              <a:rPr b="0" lang="en-US" sz="1000" spc="-1" strike="noStrike">
                <a:solidFill>
                  <a:schemeClr val="dk2"/>
                </a:solidFill>
                <a:latin typeface="Franklin Gothic Book"/>
              </a:rPr>
              <a:t>&lt;número&gt;</a:t>
            </a:fld>
            <a:endParaRPr b="0" lang="es-MX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8"/>
          <p:cNvSpPr/>
          <p:nvPr/>
        </p:nvSpPr>
        <p:spPr>
          <a:xfrm>
            <a:off x="358560" y="360"/>
            <a:ext cx="171000" cy="68576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s-MX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" name="Rectangle 7"/>
          <p:cNvSpPr/>
          <p:nvPr/>
        </p:nvSpPr>
        <p:spPr>
          <a:xfrm>
            <a:off x="358560" y="360"/>
            <a:ext cx="171000" cy="68576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s-MX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1028880" y="685800"/>
            <a:ext cx="7200720" cy="1485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685800">
              <a:lnSpc>
                <a:spcPct val="89000"/>
              </a:lnSpc>
              <a:buNone/>
            </a:pPr>
            <a:r>
              <a:rPr b="0" lang="en-US" sz="4400" spc="-1" strike="noStrike">
                <a:solidFill>
                  <a:schemeClr val="dk2"/>
                </a:solidFill>
                <a:latin typeface="Franklin Gothic Book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Franklin Gothic Book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1028880" y="2340360"/>
            <a:ext cx="333540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685800">
              <a:lnSpc>
                <a:spcPct val="84000"/>
              </a:lnSpc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2"/>
                </a:solidFill>
                <a:latin typeface="Franklin Gothic Book"/>
              </a:rPr>
              <a:t>Click to edit Master text styles</a:t>
            </a:r>
            <a:endParaRPr b="0" lang="en-US" sz="2400" spc="-1" strike="noStrike">
              <a:solidFill>
                <a:schemeClr val="dk2"/>
              </a:solidFill>
              <a:latin typeface="Franklin Gothic Book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body"/>
          </p:nvPr>
        </p:nvSpPr>
        <p:spPr>
          <a:xfrm>
            <a:off x="1028880" y="3305160"/>
            <a:ext cx="3335400" cy="2561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84120" indent="-384120" defTabSz="68580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</a:pPr>
            <a:r>
              <a:rPr b="0" lang="en-US" sz="2000" spc="-1" strike="noStrike">
                <a:solidFill>
                  <a:schemeClr val="dk2"/>
                </a:solidFill>
                <a:latin typeface="Franklin Gothic Book"/>
              </a:rPr>
              <a:t>Click to edit Master text styles</a:t>
            </a:r>
            <a:endParaRPr b="0" lang="en-US" sz="2000" spc="-1" strike="noStrike">
              <a:solidFill>
                <a:schemeClr val="dk2"/>
              </a:solidFill>
              <a:latin typeface="Franklin Gothic Book"/>
            </a:endParaRPr>
          </a:p>
          <a:p>
            <a:pPr lvl="1" marL="914400" indent="-384120" defTabSz="685800">
              <a:lnSpc>
                <a:spcPct val="94000"/>
              </a:lnSpc>
              <a:spcBef>
                <a:spcPts val="499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–"/>
            </a:pPr>
            <a:r>
              <a:rPr b="0" i="1" lang="en-US" sz="2000" spc="-1" strike="noStrike">
                <a:solidFill>
                  <a:schemeClr val="dk2"/>
                </a:solidFill>
                <a:latin typeface="Franklin Gothic Book"/>
              </a:rPr>
              <a:t>Second level</a:t>
            </a:r>
            <a:endParaRPr b="0" lang="en-US" sz="2000" spc="-1" strike="noStrike">
              <a:solidFill>
                <a:schemeClr val="dk2"/>
              </a:solidFill>
              <a:latin typeface="Franklin Gothic Book"/>
            </a:endParaRPr>
          </a:p>
          <a:p>
            <a:pPr lvl="2" marL="1371600" indent="-384120" defTabSz="685800">
              <a:lnSpc>
                <a:spcPct val="94000"/>
              </a:lnSpc>
              <a:spcBef>
                <a:spcPts val="499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</a:pPr>
            <a:r>
              <a:rPr b="0" lang="en-US" sz="1800" spc="-1" strike="noStrike">
                <a:solidFill>
                  <a:schemeClr val="dk2"/>
                </a:solidFill>
                <a:latin typeface="Franklin Gothic Book"/>
              </a:rPr>
              <a:t>Third level</a:t>
            </a:r>
            <a:endParaRPr b="0" i="1" lang="en-US" sz="1800" spc="-1" strike="noStrike">
              <a:solidFill>
                <a:schemeClr val="dk2"/>
              </a:solidFill>
              <a:latin typeface="Franklin Gothic Book"/>
            </a:endParaRPr>
          </a:p>
          <a:p>
            <a:pPr lvl="3" marL="1828800" indent="-384120" defTabSz="685800">
              <a:lnSpc>
                <a:spcPct val="94000"/>
              </a:lnSpc>
              <a:spcBef>
                <a:spcPts val="499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–"/>
            </a:pPr>
            <a:r>
              <a:rPr b="0" i="1" lang="en-US" sz="1800" spc="-1" strike="noStrike">
                <a:solidFill>
                  <a:schemeClr val="dk2"/>
                </a:solidFill>
                <a:latin typeface="Franklin Gothic Book"/>
              </a:rPr>
              <a:t>Fourth level</a:t>
            </a:r>
            <a:endParaRPr b="0" lang="en-US" sz="1800" spc="-1" strike="noStrike">
              <a:solidFill>
                <a:schemeClr val="dk2"/>
              </a:solidFill>
              <a:latin typeface="Franklin Gothic Book"/>
            </a:endParaRPr>
          </a:p>
          <a:p>
            <a:pPr lvl="4" marL="2286000" indent="-384120" defTabSz="685800">
              <a:lnSpc>
                <a:spcPct val="94000"/>
              </a:lnSpc>
              <a:spcBef>
                <a:spcPts val="499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</a:pPr>
            <a:r>
              <a:rPr b="0" lang="en-US" sz="1600" spc="-1" strike="noStrike">
                <a:solidFill>
                  <a:schemeClr val="dk2"/>
                </a:solidFill>
                <a:latin typeface="Franklin Gothic Book"/>
              </a:rPr>
              <a:t>Fifth level</a:t>
            </a:r>
            <a:endParaRPr b="0" lang="en-US" sz="1600" spc="-1" strike="noStrike">
              <a:solidFill>
                <a:schemeClr val="dk2"/>
              </a:solidFill>
              <a:latin typeface="Franklin Gothic Book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 type="body"/>
          </p:nvPr>
        </p:nvSpPr>
        <p:spPr>
          <a:xfrm>
            <a:off x="4893840" y="2349720"/>
            <a:ext cx="333540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685800">
              <a:lnSpc>
                <a:spcPct val="84000"/>
              </a:lnSpc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2"/>
                </a:solidFill>
                <a:latin typeface="Franklin Gothic Book"/>
              </a:rPr>
              <a:t>Click to edit Master text styles</a:t>
            </a:r>
            <a:endParaRPr b="0" lang="en-US" sz="2400" spc="-1" strike="noStrike">
              <a:solidFill>
                <a:schemeClr val="dk2"/>
              </a:solidFill>
              <a:latin typeface="Franklin Gothic Book"/>
            </a:endParaRPr>
          </a:p>
        </p:txBody>
      </p:sp>
      <p:sp>
        <p:nvSpPr>
          <p:cNvPr id="70" name="PlaceHolder 5"/>
          <p:cNvSpPr>
            <a:spLocks noGrp="1"/>
          </p:cNvSpPr>
          <p:nvPr>
            <p:ph type="body"/>
          </p:nvPr>
        </p:nvSpPr>
        <p:spPr>
          <a:xfrm>
            <a:off x="4893840" y="3305160"/>
            <a:ext cx="3335400" cy="2561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84120" indent="-384120" defTabSz="68580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</a:pPr>
            <a:r>
              <a:rPr b="0" lang="en-US" sz="2000" spc="-1" strike="noStrike">
                <a:solidFill>
                  <a:schemeClr val="dk2"/>
                </a:solidFill>
                <a:latin typeface="Franklin Gothic Book"/>
              </a:rPr>
              <a:t>Click to edit Master text styles</a:t>
            </a:r>
            <a:endParaRPr b="0" lang="en-US" sz="2000" spc="-1" strike="noStrike">
              <a:solidFill>
                <a:schemeClr val="dk2"/>
              </a:solidFill>
              <a:latin typeface="Franklin Gothic Book"/>
            </a:endParaRPr>
          </a:p>
          <a:p>
            <a:pPr lvl="1" marL="914400" indent="-384120" defTabSz="685800">
              <a:lnSpc>
                <a:spcPct val="94000"/>
              </a:lnSpc>
              <a:spcBef>
                <a:spcPts val="499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–"/>
            </a:pPr>
            <a:r>
              <a:rPr b="0" i="1" lang="en-US" sz="2000" spc="-1" strike="noStrike">
                <a:solidFill>
                  <a:schemeClr val="dk2"/>
                </a:solidFill>
                <a:latin typeface="Franklin Gothic Book"/>
              </a:rPr>
              <a:t>Second level</a:t>
            </a:r>
            <a:endParaRPr b="0" lang="en-US" sz="2000" spc="-1" strike="noStrike">
              <a:solidFill>
                <a:schemeClr val="dk2"/>
              </a:solidFill>
              <a:latin typeface="Franklin Gothic Book"/>
            </a:endParaRPr>
          </a:p>
          <a:p>
            <a:pPr lvl="2" marL="1371600" indent="-384120" defTabSz="685800">
              <a:lnSpc>
                <a:spcPct val="94000"/>
              </a:lnSpc>
              <a:spcBef>
                <a:spcPts val="499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</a:pPr>
            <a:r>
              <a:rPr b="0" lang="en-US" sz="1800" spc="-1" strike="noStrike">
                <a:solidFill>
                  <a:schemeClr val="dk2"/>
                </a:solidFill>
                <a:latin typeface="Franklin Gothic Book"/>
              </a:rPr>
              <a:t>Third level</a:t>
            </a:r>
            <a:endParaRPr b="0" i="1" lang="en-US" sz="1800" spc="-1" strike="noStrike">
              <a:solidFill>
                <a:schemeClr val="dk2"/>
              </a:solidFill>
              <a:latin typeface="Franklin Gothic Book"/>
            </a:endParaRPr>
          </a:p>
          <a:p>
            <a:pPr lvl="3" marL="1828800" indent="-384120" defTabSz="685800">
              <a:lnSpc>
                <a:spcPct val="94000"/>
              </a:lnSpc>
              <a:spcBef>
                <a:spcPts val="499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–"/>
            </a:pPr>
            <a:r>
              <a:rPr b="0" i="1" lang="en-US" sz="1800" spc="-1" strike="noStrike">
                <a:solidFill>
                  <a:schemeClr val="dk2"/>
                </a:solidFill>
                <a:latin typeface="Franklin Gothic Book"/>
              </a:rPr>
              <a:t>Fourth level</a:t>
            </a:r>
            <a:endParaRPr b="0" lang="en-US" sz="1800" spc="-1" strike="noStrike">
              <a:solidFill>
                <a:schemeClr val="dk2"/>
              </a:solidFill>
              <a:latin typeface="Franklin Gothic Book"/>
            </a:endParaRPr>
          </a:p>
          <a:p>
            <a:pPr lvl="4" marL="2286000" indent="-384120" defTabSz="685800">
              <a:lnSpc>
                <a:spcPct val="94000"/>
              </a:lnSpc>
              <a:spcBef>
                <a:spcPts val="499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</a:pPr>
            <a:r>
              <a:rPr b="0" lang="en-US" sz="1600" spc="-1" strike="noStrike">
                <a:solidFill>
                  <a:schemeClr val="dk2"/>
                </a:solidFill>
                <a:latin typeface="Franklin Gothic Book"/>
              </a:rPr>
              <a:t>Fifth level</a:t>
            </a:r>
            <a:endParaRPr b="0" lang="en-US" sz="1600" spc="-1" strike="noStrike">
              <a:solidFill>
                <a:schemeClr val="dk2"/>
              </a:solidFill>
              <a:latin typeface="Franklin Gothic Book"/>
            </a:endParaRPr>
          </a:p>
        </p:txBody>
      </p:sp>
      <p:sp>
        <p:nvSpPr>
          <p:cNvPr id="71" name="PlaceHolder 6"/>
          <p:cNvSpPr>
            <a:spLocks noGrp="1"/>
          </p:cNvSpPr>
          <p:nvPr>
            <p:ph type="dt" idx="22"/>
          </p:nvPr>
        </p:nvSpPr>
        <p:spPr>
          <a:xfrm>
            <a:off x="1042920" y="6453360"/>
            <a:ext cx="903240" cy="404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000" spc="-1" strike="noStrike">
                <a:solidFill>
                  <a:schemeClr val="dk2"/>
                </a:solidFill>
                <a:latin typeface="Franklin Gothic Book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chemeClr val="dk2"/>
                </a:solidFill>
                <a:latin typeface="Franklin Gothic Book"/>
              </a:rPr>
              <a:t>&lt;fecha/hora&gt;</a:t>
            </a:r>
            <a:endParaRPr b="0" lang="es-MX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2" name="PlaceHolder 7"/>
          <p:cNvSpPr>
            <a:spLocks noGrp="1"/>
          </p:cNvSpPr>
          <p:nvPr>
            <p:ph type="ftr" idx="23"/>
          </p:nvPr>
        </p:nvSpPr>
        <p:spPr>
          <a:xfrm>
            <a:off x="2170080" y="6453360"/>
            <a:ext cx="4710240" cy="404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MX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MX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MX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" name="PlaceHolder 8"/>
          <p:cNvSpPr>
            <a:spLocks noGrp="1"/>
          </p:cNvSpPr>
          <p:nvPr>
            <p:ph type="sldNum" idx="24"/>
          </p:nvPr>
        </p:nvSpPr>
        <p:spPr>
          <a:xfrm>
            <a:off x="7104600" y="6453360"/>
            <a:ext cx="1197000" cy="404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00" spc="-1" strike="noStrike">
                <a:solidFill>
                  <a:schemeClr val="dk2"/>
                </a:solidFill>
                <a:latin typeface="Franklin Gothic Book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EBAA81E-790D-49A4-8D52-4D78E20BBBF8}" type="slidenum">
              <a:rPr b="0" lang="en-US" sz="1000" spc="-1" strike="noStrike">
                <a:solidFill>
                  <a:schemeClr val="dk2"/>
                </a:solidFill>
                <a:latin typeface="Franklin Gothic Book"/>
              </a:rPr>
              <a:t>&lt;número&gt;</a:t>
            </a:fld>
            <a:endParaRPr b="0" lang="es-MX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Rectangle 8"/>
          <p:cNvSpPr/>
          <p:nvPr/>
        </p:nvSpPr>
        <p:spPr>
          <a:xfrm>
            <a:off x="358560" y="360"/>
            <a:ext cx="171000" cy="68576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s-MX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" name="Rectangle 7"/>
          <p:cNvSpPr/>
          <p:nvPr/>
        </p:nvSpPr>
        <p:spPr>
          <a:xfrm>
            <a:off x="358560" y="360"/>
            <a:ext cx="171000" cy="68576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s-MX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1028880" y="685800"/>
            <a:ext cx="7200720" cy="1485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685800">
              <a:lnSpc>
                <a:spcPct val="89000"/>
              </a:lnSpc>
              <a:buNone/>
            </a:pPr>
            <a:r>
              <a:rPr b="0" lang="en-US" sz="4400" spc="-1" strike="noStrike">
                <a:solidFill>
                  <a:schemeClr val="dk2"/>
                </a:solidFill>
                <a:latin typeface="Franklin Gothic Book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Franklin Gothic Book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dt" idx="25"/>
          </p:nvPr>
        </p:nvSpPr>
        <p:spPr>
          <a:xfrm>
            <a:off x="1042920" y="6453360"/>
            <a:ext cx="903240" cy="404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000" spc="-1" strike="noStrike">
                <a:solidFill>
                  <a:schemeClr val="dk2"/>
                </a:solidFill>
                <a:latin typeface="Franklin Gothic Book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chemeClr val="dk2"/>
                </a:solidFill>
                <a:latin typeface="Franklin Gothic Book"/>
              </a:rPr>
              <a:t>&lt;fecha/hora&gt;</a:t>
            </a:r>
            <a:endParaRPr b="0" lang="es-MX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 type="ftr" idx="26"/>
          </p:nvPr>
        </p:nvSpPr>
        <p:spPr>
          <a:xfrm>
            <a:off x="2170080" y="6453360"/>
            <a:ext cx="4710240" cy="404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MX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MX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MX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9" name="PlaceHolder 4"/>
          <p:cNvSpPr>
            <a:spLocks noGrp="1"/>
          </p:cNvSpPr>
          <p:nvPr>
            <p:ph type="sldNum" idx="27"/>
          </p:nvPr>
        </p:nvSpPr>
        <p:spPr>
          <a:xfrm>
            <a:off x="7104600" y="6453360"/>
            <a:ext cx="1197000" cy="404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00" spc="-1" strike="noStrike">
                <a:solidFill>
                  <a:schemeClr val="dk2"/>
                </a:solidFill>
                <a:latin typeface="Franklin Gothic Book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7F0309C-8F68-4E56-9B89-4A5251A2CDE7}" type="slidenum">
              <a:rPr b="0" lang="en-US" sz="1000" spc="-1" strike="noStrike">
                <a:solidFill>
                  <a:schemeClr val="dk2"/>
                </a:solidFill>
                <a:latin typeface="Franklin Gothic Book"/>
              </a:rPr>
              <a:t>&lt;número&gt;</a:t>
            </a:fld>
            <a:endParaRPr b="0" lang="es-MX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Rectangle 8"/>
          <p:cNvSpPr/>
          <p:nvPr/>
        </p:nvSpPr>
        <p:spPr>
          <a:xfrm>
            <a:off x="358560" y="360"/>
            <a:ext cx="171000" cy="68576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s-MX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" name="Rectangle 7"/>
          <p:cNvSpPr/>
          <p:nvPr/>
        </p:nvSpPr>
        <p:spPr>
          <a:xfrm>
            <a:off x="358560" y="360"/>
            <a:ext cx="171000" cy="68576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s-MX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" name="PlaceHolder 1"/>
          <p:cNvSpPr>
            <a:spLocks noGrp="1"/>
          </p:cNvSpPr>
          <p:nvPr>
            <p:ph type="dt" idx="28"/>
          </p:nvPr>
        </p:nvSpPr>
        <p:spPr>
          <a:xfrm>
            <a:off x="1042920" y="6453360"/>
            <a:ext cx="903240" cy="404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000" spc="-1" strike="noStrike">
                <a:solidFill>
                  <a:schemeClr val="dk2"/>
                </a:solidFill>
                <a:latin typeface="Franklin Gothic Book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chemeClr val="dk2"/>
                </a:solidFill>
                <a:latin typeface="Franklin Gothic Book"/>
              </a:rPr>
              <a:t>&lt;fecha/hora&gt;</a:t>
            </a:r>
            <a:endParaRPr b="0" lang="es-MX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 type="ftr" idx="29"/>
          </p:nvPr>
        </p:nvSpPr>
        <p:spPr>
          <a:xfrm>
            <a:off x="2170080" y="6453360"/>
            <a:ext cx="4710240" cy="404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MX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MX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MX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5" name="PlaceHolder 3"/>
          <p:cNvSpPr>
            <a:spLocks noGrp="1"/>
          </p:cNvSpPr>
          <p:nvPr>
            <p:ph type="sldNum" idx="30"/>
          </p:nvPr>
        </p:nvSpPr>
        <p:spPr>
          <a:xfrm>
            <a:off x="7104600" y="6453360"/>
            <a:ext cx="1197000" cy="404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00" spc="-1" strike="noStrike">
                <a:solidFill>
                  <a:schemeClr val="dk2"/>
                </a:solidFill>
                <a:latin typeface="Franklin Gothic Book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15F24FC-59AC-41F0-8EFB-80F276595ED7}" type="slidenum">
              <a:rPr b="0" lang="en-US" sz="1000" spc="-1" strike="noStrike">
                <a:solidFill>
                  <a:schemeClr val="dk2"/>
                </a:solidFill>
                <a:latin typeface="Franklin Gothic Book"/>
              </a:rPr>
              <a:t>&lt;número&gt;</a:t>
            </a:fld>
            <a:endParaRPr b="0" lang="es-MX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Rectangle 8" hidden="1"/>
          <p:cNvSpPr/>
          <p:nvPr/>
        </p:nvSpPr>
        <p:spPr>
          <a:xfrm>
            <a:off x="358560" y="360"/>
            <a:ext cx="171000" cy="68576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s-MX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" name="Rectangle 7" hidden="1"/>
          <p:cNvSpPr/>
          <p:nvPr/>
        </p:nvSpPr>
        <p:spPr>
          <a:xfrm>
            <a:off x="358560" y="360"/>
            <a:ext cx="171000" cy="68576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s-MX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" name="Rectangle 7"/>
          <p:cNvSpPr/>
          <p:nvPr/>
        </p:nvSpPr>
        <p:spPr>
          <a:xfrm>
            <a:off x="0" y="360"/>
            <a:ext cx="3977280" cy="68572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s-MX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542880" y="685800"/>
            <a:ext cx="2891520" cy="2157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685800">
              <a:lnSpc>
                <a:spcPct val="84000"/>
              </a:lnSpc>
              <a:buNone/>
            </a:pPr>
            <a:r>
              <a:rPr b="0" lang="en-US" sz="4400" spc="-1" strike="noStrike">
                <a:solidFill>
                  <a:schemeClr val="dk2"/>
                </a:solidFill>
                <a:latin typeface="Franklin Gothic Book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Franklin Gothic Book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 type="body"/>
          </p:nvPr>
        </p:nvSpPr>
        <p:spPr>
          <a:xfrm>
            <a:off x="4691880" y="685800"/>
            <a:ext cx="3908880" cy="5175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84120" indent="-384120" defTabSz="68580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</a:pPr>
            <a:r>
              <a:rPr b="0" lang="en-US" sz="1500" spc="-1" strike="noStrike">
                <a:solidFill>
                  <a:schemeClr val="dk2"/>
                </a:solidFill>
                <a:latin typeface="Franklin Gothic Book"/>
              </a:rPr>
              <a:t>Click to edit Master text styles</a:t>
            </a:r>
            <a:endParaRPr b="0" lang="en-US" sz="1500" spc="-1" strike="noStrike">
              <a:solidFill>
                <a:schemeClr val="dk2"/>
              </a:solidFill>
              <a:latin typeface="Franklin Gothic Book"/>
            </a:endParaRPr>
          </a:p>
          <a:p>
            <a:pPr lvl="1" marL="914400" indent="-384120" defTabSz="685800">
              <a:lnSpc>
                <a:spcPct val="94000"/>
              </a:lnSpc>
              <a:spcBef>
                <a:spcPts val="499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–"/>
            </a:pPr>
            <a:r>
              <a:rPr b="0" i="1" lang="en-US" sz="1500" spc="-1" strike="noStrike">
                <a:solidFill>
                  <a:schemeClr val="dk2"/>
                </a:solidFill>
                <a:latin typeface="Franklin Gothic Book"/>
              </a:rPr>
              <a:t>Second level</a:t>
            </a:r>
            <a:endParaRPr b="0" lang="en-US" sz="1500" spc="-1" strike="noStrike">
              <a:solidFill>
                <a:schemeClr val="dk2"/>
              </a:solidFill>
              <a:latin typeface="Franklin Gothic Book"/>
            </a:endParaRPr>
          </a:p>
          <a:p>
            <a:pPr lvl="2" marL="1371600" indent="-384120" defTabSz="685800">
              <a:lnSpc>
                <a:spcPct val="94000"/>
              </a:lnSpc>
              <a:spcBef>
                <a:spcPts val="499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</a:pPr>
            <a:r>
              <a:rPr b="0" lang="en-US" sz="1350" spc="-1" strike="noStrike">
                <a:solidFill>
                  <a:schemeClr val="dk2"/>
                </a:solidFill>
                <a:latin typeface="Franklin Gothic Book"/>
              </a:rPr>
              <a:t>Third level</a:t>
            </a:r>
            <a:endParaRPr b="0" i="1" lang="en-US" sz="1350" spc="-1" strike="noStrike">
              <a:solidFill>
                <a:schemeClr val="dk2"/>
              </a:solidFill>
              <a:latin typeface="Franklin Gothic Book"/>
            </a:endParaRPr>
          </a:p>
          <a:p>
            <a:pPr lvl="3" marL="1828800" indent="-384120" defTabSz="685800">
              <a:lnSpc>
                <a:spcPct val="94000"/>
              </a:lnSpc>
              <a:spcBef>
                <a:spcPts val="499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–"/>
            </a:pPr>
            <a:r>
              <a:rPr b="0" i="1" lang="en-US" sz="1350" spc="-1" strike="noStrike">
                <a:solidFill>
                  <a:schemeClr val="dk2"/>
                </a:solidFill>
                <a:latin typeface="Franklin Gothic Book"/>
              </a:rPr>
              <a:t>Fourth level</a:t>
            </a:r>
            <a:endParaRPr b="0" lang="en-US" sz="1350" spc="-1" strike="noStrike">
              <a:solidFill>
                <a:schemeClr val="dk2"/>
              </a:solidFill>
              <a:latin typeface="Franklin Gothic Book"/>
            </a:endParaRPr>
          </a:p>
          <a:p>
            <a:pPr lvl="4" marL="2286000" indent="-384120" defTabSz="685800">
              <a:lnSpc>
                <a:spcPct val="94000"/>
              </a:lnSpc>
              <a:spcBef>
                <a:spcPts val="499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</a:pPr>
            <a:r>
              <a:rPr b="0" lang="en-US" sz="1200" spc="-1" strike="noStrike">
                <a:solidFill>
                  <a:schemeClr val="dk2"/>
                </a:solidFill>
                <a:latin typeface="Franklin Gothic Book"/>
              </a:rPr>
              <a:t>Fifth level</a:t>
            </a:r>
            <a:endParaRPr b="0" lang="en-US" sz="1200" spc="-1" strike="noStrike">
              <a:solidFill>
                <a:schemeClr val="dk2"/>
              </a:solidFill>
              <a:latin typeface="Franklin Gothic Book"/>
            </a:endParaRPr>
          </a:p>
        </p:txBody>
      </p:sp>
      <p:sp>
        <p:nvSpPr>
          <p:cNvPr id="91" name="PlaceHolder 3"/>
          <p:cNvSpPr>
            <a:spLocks noGrp="1"/>
          </p:cNvSpPr>
          <p:nvPr>
            <p:ph type="body"/>
          </p:nvPr>
        </p:nvSpPr>
        <p:spPr>
          <a:xfrm>
            <a:off x="542880" y="2856240"/>
            <a:ext cx="2891520" cy="3010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685800">
              <a:lnSpc>
                <a:spcPct val="113000"/>
              </a:lnSpc>
              <a:spcAft>
                <a:spcPts val="1500"/>
              </a:spcAft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chemeClr val="dk2"/>
                </a:solidFill>
                <a:latin typeface="Franklin Gothic Book"/>
              </a:rPr>
              <a:t>Click to edit Master text styles</a:t>
            </a:r>
            <a:endParaRPr b="0" lang="en-US" sz="1600" spc="-1" strike="noStrike">
              <a:solidFill>
                <a:schemeClr val="dk2"/>
              </a:solidFill>
              <a:latin typeface="Franklin Gothic Book"/>
            </a:endParaRPr>
          </a:p>
        </p:txBody>
      </p:sp>
      <p:sp>
        <p:nvSpPr>
          <p:cNvPr id="92" name="PlaceHolder 4"/>
          <p:cNvSpPr>
            <a:spLocks noGrp="1"/>
          </p:cNvSpPr>
          <p:nvPr>
            <p:ph type="dt" idx="31"/>
          </p:nvPr>
        </p:nvSpPr>
        <p:spPr>
          <a:xfrm>
            <a:off x="542880" y="6453360"/>
            <a:ext cx="903240" cy="404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000" spc="-1" strike="noStrike">
                <a:solidFill>
                  <a:schemeClr val="dk2"/>
                </a:solidFill>
                <a:latin typeface="Franklin Gothic Book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chemeClr val="dk2"/>
                </a:solidFill>
                <a:latin typeface="Franklin Gothic Book"/>
              </a:rPr>
              <a:t>&lt;fecha/hora&gt;</a:t>
            </a:r>
            <a:endParaRPr b="0" lang="es-MX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3" name="PlaceHolder 5"/>
          <p:cNvSpPr>
            <a:spLocks noGrp="1"/>
          </p:cNvSpPr>
          <p:nvPr>
            <p:ph type="ftr" idx="32"/>
          </p:nvPr>
        </p:nvSpPr>
        <p:spPr>
          <a:xfrm>
            <a:off x="1654560" y="6453360"/>
            <a:ext cx="1779840" cy="404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MX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MX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MX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4" name="PlaceHolder 6"/>
          <p:cNvSpPr>
            <a:spLocks noGrp="1"/>
          </p:cNvSpPr>
          <p:nvPr>
            <p:ph type="sldNum" idx="33"/>
          </p:nvPr>
        </p:nvSpPr>
        <p:spPr>
          <a:xfrm>
            <a:off x="7412400" y="6453360"/>
            <a:ext cx="1197000" cy="404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00" spc="-1" strike="noStrike">
                <a:solidFill>
                  <a:schemeClr val="dk2"/>
                </a:solidFill>
                <a:latin typeface="Franklin Gothic Book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D203D13-95F9-45B3-956B-921784E2953B}" type="slidenum">
              <a:rPr b="0" lang="en-US" sz="1000" spc="-1" strike="noStrike">
                <a:solidFill>
                  <a:schemeClr val="dk2"/>
                </a:solidFill>
                <a:latin typeface="Franklin Gothic Book"/>
              </a:rPr>
              <a:t>&lt;número&gt;</a:t>
            </a:fld>
            <a:endParaRPr b="0" lang="es-MX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5" name="Rectangle 8"/>
          <p:cNvSpPr/>
          <p:nvPr/>
        </p:nvSpPr>
        <p:spPr>
          <a:xfrm>
            <a:off x="3977640" y="360"/>
            <a:ext cx="171000" cy="68576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s-MX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" name="Rectangle 10"/>
          <p:cNvSpPr/>
          <p:nvPr/>
        </p:nvSpPr>
        <p:spPr>
          <a:xfrm>
            <a:off x="3977640" y="360"/>
            <a:ext cx="171000" cy="68576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s-MX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Rectangle 8" hidden="1"/>
          <p:cNvSpPr/>
          <p:nvPr/>
        </p:nvSpPr>
        <p:spPr>
          <a:xfrm>
            <a:off x="358560" y="360"/>
            <a:ext cx="171000" cy="68576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s-MX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" name="Rectangle 7" hidden="1"/>
          <p:cNvSpPr/>
          <p:nvPr/>
        </p:nvSpPr>
        <p:spPr>
          <a:xfrm>
            <a:off x="358560" y="360"/>
            <a:ext cx="171000" cy="68576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s-MX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" name="Rectangle 7"/>
          <p:cNvSpPr/>
          <p:nvPr/>
        </p:nvSpPr>
        <p:spPr>
          <a:xfrm>
            <a:off x="0" y="360"/>
            <a:ext cx="3977280" cy="68572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s-MX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542880" y="685800"/>
            <a:ext cx="2891520" cy="2157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0240"/>
          </a:bodyPr>
          <a:p>
            <a:pPr indent="0" defTabSz="685800">
              <a:lnSpc>
                <a:spcPct val="84000"/>
              </a:lnSpc>
              <a:buNone/>
            </a:pPr>
            <a:r>
              <a:rPr b="0" lang="en-US" sz="4400" spc="-1" strike="noStrike">
                <a:solidFill>
                  <a:schemeClr val="dk2"/>
                </a:solidFill>
                <a:latin typeface="Franklin Gothic Book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Franklin Gothic Book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 type="body"/>
          </p:nvPr>
        </p:nvSpPr>
        <p:spPr>
          <a:xfrm>
            <a:off x="4149000" y="0"/>
            <a:ext cx="4994640" cy="6857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chemeClr val="dk1"/>
                </a:solidFill>
                <a:latin typeface="Franklin Gothic Book"/>
              </a:rPr>
              <a:t>Click icon to add picture</a:t>
            </a:r>
            <a:endParaRPr b="0" lang="en-US" sz="1500" spc="-1" strike="noStrike">
              <a:solidFill>
                <a:schemeClr val="dk2"/>
              </a:solidFill>
              <a:latin typeface="Franklin Gothic Book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 type="body"/>
          </p:nvPr>
        </p:nvSpPr>
        <p:spPr>
          <a:xfrm>
            <a:off x="542880" y="2855880"/>
            <a:ext cx="2891520" cy="3011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685800">
              <a:lnSpc>
                <a:spcPct val="113000"/>
              </a:lnSpc>
              <a:spcAft>
                <a:spcPts val="1500"/>
              </a:spcAft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chemeClr val="dk2"/>
                </a:solidFill>
                <a:latin typeface="Franklin Gothic Book"/>
              </a:rPr>
              <a:t>Click to edit Master text styles</a:t>
            </a:r>
            <a:endParaRPr b="0" lang="en-US" sz="1600" spc="-1" strike="noStrike">
              <a:solidFill>
                <a:schemeClr val="dk2"/>
              </a:solidFill>
              <a:latin typeface="Franklin Gothic Book"/>
            </a:endParaRPr>
          </a:p>
        </p:txBody>
      </p:sp>
      <p:sp>
        <p:nvSpPr>
          <p:cNvPr id="103" name="PlaceHolder 4"/>
          <p:cNvSpPr>
            <a:spLocks noGrp="1"/>
          </p:cNvSpPr>
          <p:nvPr>
            <p:ph type="dt" idx="34"/>
          </p:nvPr>
        </p:nvSpPr>
        <p:spPr>
          <a:xfrm>
            <a:off x="542880" y="6453360"/>
            <a:ext cx="903240" cy="404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000" spc="-1" strike="noStrike">
                <a:solidFill>
                  <a:schemeClr val="dk2"/>
                </a:solidFill>
                <a:latin typeface="Franklin Gothic Book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chemeClr val="dk2"/>
                </a:solidFill>
                <a:latin typeface="Franklin Gothic Book"/>
              </a:rPr>
              <a:t>&lt;fecha/hora&gt;</a:t>
            </a:r>
            <a:endParaRPr b="0" lang="es-MX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4" name="PlaceHolder 5"/>
          <p:cNvSpPr>
            <a:spLocks noGrp="1"/>
          </p:cNvSpPr>
          <p:nvPr>
            <p:ph type="ftr" idx="35"/>
          </p:nvPr>
        </p:nvSpPr>
        <p:spPr>
          <a:xfrm>
            <a:off x="1654560" y="6453360"/>
            <a:ext cx="1779840" cy="404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MX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MX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MX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5" name="PlaceHolder 6"/>
          <p:cNvSpPr>
            <a:spLocks noGrp="1"/>
          </p:cNvSpPr>
          <p:nvPr>
            <p:ph type="sldNum" idx="36"/>
          </p:nvPr>
        </p:nvSpPr>
        <p:spPr>
          <a:xfrm>
            <a:off x="7412400" y="6453360"/>
            <a:ext cx="1197000" cy="404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00" spc="-1" strike="noStrike">
                <a:solidFill>
                  <a:schemeClr val="dk2"/>
                </a:solidFill>
                <a:latin typeface="Franklin Gothic Book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A8A8B0D-398F-46C7-8B02-EE8D1E9B9197}" type="slidenum">
              <a:rPr b="0" lang="en-US" sz="1000" spc="-1" strike="noStrike">
                <a:solidFill>
                  <a:schemeClr val="dk2"/>
                </a:solidFill>
                <a:latin typeface="Franklin Gothic Book"/>
              </a:rPr>
              <a:t>&lt;número&gt;</a:t>
            </a:fld>
            <a:endParaRPr b="0" lang="es-MX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6" name="Rectangle 8"/>
          <p:cNvSpPr/>
          <p:nvPr/>
        </p:nvSpPr>
        <p:spPr>
          <a:xfrm>
            <a:off x="3977640" y="360"/>
            <a:ext cx="171000" cy="68576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s-MX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" name="Rectangle 10"/>
          <p:cNvSpPr/>
          <p:nvPr/>
        </p:nvSpPr>
        <p:spPr>
          <a:xfrm>
            <a:off x="3977640" y="360"/>
            <a:ext cx="171000" cy="68576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s-MX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wmf"/><Relationship Id="rId2" Type="http://schemas.openxmlformats.org/officeDocument/2006/relationships/image" Target="../media/image3.wmf"/><Relationship Id="rId3" Type="http://schemas.openxmlformats.org/officeDocument/2006/relationships/image" Target="../media/image4.wmf"/><Relationship Id="rId4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1436400" y="1788480"/>
            <a:ext cx="6270480" cy="2097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685800">
              <a:lnSpc>
                <a:spcPct val="89000"/>
              </a:lnSpc>
              <a:buNone/>
            </a:pPr>
            <a:r>
              <a:rPr b="1" lang="es-ES_tradnl" sz="6000" spc="-1" strike="noStrike" cap="all">
                <a:solidFill>
                  <a:schemeClr val="dk2"/>
                </a:solidFill>
                <a:latin typeface="Franklin Gothic Book"/>
              </a:rPr>
              <a:t>Tel-102</a:t>
            </a:r>
            <a:r>
              <a:rPr b="0" lang="es-ES_tradnl" sz="6000" spc="-1" strike="noStrike" cap="all">
                <a:solidFill>
                  <a:schemeClr val="dk2"/>
                </a:solidFill>
                <a:latin typeface="Franklin Gothic Book"/>
              </a:rPr>
              <a:t>: </a:t>
            </a:r>
            <a:br>
              <a:rPr sz="6000"/>
            </a:br>
            <a:r>
              <a:rPr b="0" lang="es-ES_tradnl" sz="6000" spc="-1" strike="noStrike" cap="all">
                <a:solidFill>
                  <a:schemeClr val="dk2"/>
                </a:solidFill>
                <a:latin typeface="Franklin Gothic Book"/>
              </a:rPr>
              <a:t>Taller qt chart</a:t>
            </a:r>
            <a:endParaRPr b="0" lang="en-US" sz="6000" spc="-1" strike="noStrike">
              <a:solidFill>
                <a:schemeClr val="dk1"/>
              </a:solidFill>
              <a:latin typeface="Franklin Gothic Book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 type="subTitle"/>
          </p:nvPr>
        </p:nvSpPr>
        <p:spPr>
          <a:xfrm>
            <a:off x="2009880" y="3956400"/>
            <a:ext cx="5123520" cy="1085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algn="ctr" defTabSz="685800">
              <a:lnSpc>
                <a:spcPct val="112000"/>
              </a:lnSpc>
              <a:buNone/>
              <a:tabLst>
                <a:tab algn="l" pos="0"/>
              </a:tabLst>
            </a:pPr>
            <a:r>
              <a:rPr b="0" lang="es-ES_tradnl" sz="1800" spc="-1" strike="noStrike">
                <a:solidFill>
                  <a:schemeClr val="dk2"/>
                </a:solidFill>
                <a:latin typeface="Franklin Gothic Book"/>
              </a:rPr>
              <a:t>Mauricio Araya</a:t>
            </a:r>
            <a:endParaRPr b="0" lang="es-MX" sz="1800" spc="-1" strike="noStrike">
              <a:solidFill>
                <a:srgbClr val="000000"/>
              </a:solidFill>
              <a:latin typeface="Arial"/>
            </a:endParaRPr>
          </a:p>
          <a:p>
            <a:pPr indent="0" algn="ctr" defTabSz="685800">
              <a:lnSpc>
                <a:spcPct val="112000"/>
              </a:lnSpc>
              <a:buNone/>
              <a:tabLst>
                <a:tab algn="l" pos="0"/>
              </a:tabLst>
            </a:pPr>
            <a:r>
              <a:rPr b="0" lang="es-ES_tradnl" sz="1800" spc="-1" strike="noStrike">
                <a:solidFill>
                  <a:schemeClr val="dk2"/>
                </a:solidFill>
                <a:latin typeface="Franklin Gothic Book"/>
              </a:rPr>
              <a:t>Nicolás Galvez</a:t>
            </a:r>
            <a:endParaRPr b="0" lang="es-MX" sz="1800" spc="-1" strike="noStrike">
              <a:solidFill>
                <a:srgbClr val="000000"/>
              </a:solidFill>
              <a:latin typeface="Arial"/>
            </a:endParaRPr>
          </a:p>
          <a:p>
            <a:pPr indent="0" algn="ctr" defTabSz="685800">
              <a:lnSpc>
                <a:spcPct val="112000"/>
              </a:lnSpc>
              <a:buNone/>
              <a:tabLst>
                <a:tab algn="l" pos="0"/>
              </a:tabLst>
            </a:pPr>
            <a:r>
              <a:rPr b="0" lang="es-ES_tradnl" sz="1800" spc="-1" strike="noStrike">
                <a:solidFill>
                  <a:schemeClr val="dk2"/>
                </a:solidFill>
                <a:latin typeface="Franklin Gothic Book"/>
              </a:rPr>
              <a:t>Patricio Olivares</a:t>
            </a:r>
            <a:endParaRPr b="0" lang="es-MX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685440" y="601920"/>
            <a:ext cx="7773120" cy="1196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685800">
              <a:lnSpc>
                <a:spcPct val="89000"/>
              </a:lnSpc>
              <a:buNone/>
            </a:pPr>
            <a:r>
              <a:rPr b="0" lang="es-ES_tradnl" sz="4400" spc="-1" strike="noStrike">
                <a:solidFill>
                  <a:schemeClr val="dk2"/>
                </a:solidFill>
                <a:latin typeface="Franklin Gothic Book"/>
              </a:rPr>
              <a:t>OBJETIVO: Replicar Gráfico</a:t>
            </a:r>
            <a:endParaRPr b="0" lang="en-US" sz="4400" spc="-1" strike="noStrike">
              <a:solidFill>
                <a:schemeClr val="dk1"/>
              </a:solidFill>
              <a:latin typeface="Franklin Gothic Book"/>
            </a:endParaRPr>
          </a:p>
        </p:txBody>
      </p:sp>
      <p:pic>
        <p:nvPicPr>
          <p:cNvPr id="111" name="Picture 7" descr="Chart, line chart&#10;&#10;Description automatically generated"/>
          <p:cNvPicPr/>
          <p:nvPr/>
        </p:nvPicPr>
        <p:blipFill>
          <a:blip r:embed="rId1"/>
          <a:stretch/>
        </p:blipFill>
        <p:spPr>
          <a:xfrm>
            <a:off x="872280" y="1517760"/>
            <a:ext cx="7399080" cy="5155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1028880" y="685800"/>
            <a:ext cx="7200720" cy="1485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685800">
              <a:lnSpc>
                <a:spcPct val="89000"/>
              </a:lnSpc>
              <a:buNone/>
            </a:pPr>
            <a:r>
              <a:rPr b="0" lang="es-ES_tradnl" sz="4400" spc="-1" strike="noStrike">
                <a:solidFill>
                  <a:schemeClr val="dk2"/>
                </a:solidFill>
                <a:latin typeface="Franklin Gothic Book"/>
              </a:rPr>
              <a:t>FRECUENCIA DE MUESTREO</a:t>
            </a:r>
            <a:endParaRPr b="0" lang="en-US" sz="4400" spc="-1" strike="noStrike">
              <a:solidFill>
                <a:schemeClr val="dk1"/>
              </a:solidFill>
              <a:latin typeface="Franklin Gothic Book"/>
            </a:endParaRPr>
          </a:p>
        </p:txBody>
      </p:sp>
      <p:sp>
        <p:nvSpPr>
          <p:cNvPr id="113" name="PlaceHolder 2"/>
          <p:cNvSpPr>
            <a:spLocks noGrp="1"/>
          </p:cNvSpPr>
          <p:nvPr>
            <p:ph/>
          </p:nvPr>
        </p:nvSpPr>
        <p:spPr>
          <a:xfrm>
            <a:off x="685440" y="2367000"/>
            <a:ext cx="7772400" cy="432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84120" indent="-384120" defTabSz="68580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</a:pPr>
            <a:r>
              <a:rPr b="0" lang="es-ES_tradnl" sz="2000" spc="-1" strike="noStrike">
                <a:solidFill>
                  <a:schemeClr val="dk2"/>
                </a:solidFill>
                <a:latin typeface="Franklin Gothic Book"/>
              </a:rPr>
              <a:t>Cuantos puntos (     ) se miden de una variable en cada segundo</a:t>
            </a:r>
            <a:endParaRPr b="0" lang="en-US" sz="2000" spc="-1" strike="noStrike">
              <a:solidFill>
                <a:schemeClr val="dk2"/>
              </a:solidFill>
              <a:latin typeface="Franklin Gothic Book"/>
            </a:endParaRPr>
          </a:p>
          <a:p>
            <a:pPr indent="0" defTabSz="68580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None/>
            </a:pPr>
            <a:endParaRPr b="0" lang="en-US" sz="2000" spc="-1" strike="noStrike">
              <a:solidFill>
                <a:schemeClr val="dk2"/>
              </a:solidFill>
              <a:latin typeface="Franklin Gothic Book"/>
            </a:endParaRPr>
          </a:p>
          <a:p>
            <a:pPr indent="0" defTabSz="68580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None/>
            </a:pPr>
            <a:endParaRPr b="0" lang="en-US" sz="2000" spc="-1" strike="noStrike">
              <a:solidFill>
                <a:schemeClr val="dk2"/>
              </a:solidFill>
              <a:latin typeface="Franklin Gothic Book"/>
            </a:endParaRPr>
          </a:p>
          <a:p>
            <a:pPr indent="0" defTabSz="68580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None/>
            </a:pPr>
            <a:endParaRPr b="0" lang="en-US" sz="2000" spc="-1" strike="noStrike">
              <a:solidFill>
                <a:schemeClr val="dk2"/>
              </a:solidFill>
              <a:latin typeface="Franklin Gothic Book"/>
            </a:endParaRPr>
          </a:p>
          <a:p>
            <a:pPr marL="384120" indent="-384120" defTabSz="68580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</a:pPr>
            <a:r>
              <a:rPr b="0" lang="es-ES_tradnl" sz="2000" spc="-1" strike="noStrike">
                <a:solidFill>
                  <a:schemeClr val="dk2"/>
                </a:solidFill>
                <a:latin typeface="Franklin Gothic Book"/>
              </a:rPr>
              <a:t>Donde         corresponde a la frecuencia de muestreo </a:t>
            </a:r>
            <a:endParaRPr b="0" lang="en-US" sz="2000" spc="-1" strike="noStrike">
              <a:solidFill>
                <a:schemeClr val="dk2"/>
              </a:solidFill>
              <a:latin typeface="Franklin Gothic Book"/>
            </a:endParaRPr>
          </a:p>
          <a:p>
            <a:pPr indent="0" defTabSz="68580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None/>
            </a:pPr>
            <a:endParaRPr b="0" lang="en-US" sz="2000" spc="-1" strike="noStrike">
              <a:solidFill>
                <a:schemeClr val="dk2"/>
              </a:solidFill>
              <a:latin typeface="Franklin Gothic Book"/>
            </a:endParaRPr>
          </a:p>
          <a:p>
            <a:pPr marL="384120" indent="-384120" defTabSz="68580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</a:pPr>
            <a:r>
              <a:rPr b="0" lang="es-ES_tradnl" sz="2000" spc="-1" strike="noStrike">
                <a:solidFill>
                  <a:schemeClr val="dk2"/>
                </a:solidFill>
                <a:latin typeface="Franklin Gothic Book"/>
              </a:rPr>
              <a:t>Todas las funciones se evaluarán entre 0 y 10 segundos</a:t>
            </a:r>
            <a:endParaRPr b="0" lang="en-US" sz="2000" spc="-1" strike="noStrike">
              <a:solidFill>
                <a:schemeClr val="dk2"/>
              </a:solidFill>
              <a:latin typeface="Franklin Gothic Book"/>
            </a:endParaRPr>
          </a:p>
          <a:p>
            <a:pPr indent="0" defTabSz="68580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None/>
            </a:pPr>
            <a:endParaRPr b="0" lang="en-US" sz="2000" spc="-1" strike="noStrike">
              <a:solidFill>
                <a:schemeClr val="dk2"/>
              </a:solidFill>
              <a:latin typeface="Franklin Gothic Book"/>
            </a:endParaRPr>
          </a:p>
          <a:p>
            <a:pPr marL="384120" indent="-384120" defTabSz="68580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</a:pPr>
            <a:r>
              <a:rPr b="0" lang="es-ES_tradnl" sz="2000" spc="-1" strike="noStrike">
                <a:solidFill>
                  <a:schemeClr val="dk2"/>
                </a:solidFill>
                <a:latin typeface="Franklin Gothic Book"/>
              </a:rPr>
              <a:t>Pero las frecuencias de muestreo irán cambiando</a:t>
            </a:r>
            <a:endParaRPr b="0" lang="en-US" sz="2000" spc="-1" strike="noStrike">
              <a:solidFill>
                <a:schemeClr val="dk2"/>
              </a:solidFill>
              <a:latin typeface="Franklin Gothic Book"/>
            </a:endParaRPr>
          </a:p>
        </p:txBody>
      </p:sp>
      <p:pic>
        <p:nvPicPr>
          <p:cNvPr id="114" name="Picture 4" descr=""/>
          <p:cNvPicPr/>
          <p:nvPr/>
        </p:nvPicPr>
        <p:blipFill>
          <a:blip r:embed="rId1"/>
          <a:stretch/>
        </p:blipFill>
        <p:spPr>
          <a:xfrm>
            <a:off x="2672640" y="3091680"/>
            <a:ext cx="3437640" cy="831600"/>
          </a:xfrm>
          <a:prstGeom prst="rect">
            <a:avLst/>
          </a:prstGeom>
          <a:ln w="0">
            <a:noFill/>
          </a:ln>
        </p:spPr>
      </p:pic>
      <p:pic>
        <p:nvPicPr>
          <p:cNvPr id="115" name="Picture 5" descr=""/>
          <p:cNvPicPr/>
          <p:nvPr/>
        </p:nvPicPr>
        <p:blipFill>
          <a:blip r:embed="rId2"/>
          <a:stretch/>
        </p:blipFill>
        <p:spPr>
          <a:xfrm>
            <a:off x="2012760" y="4412160"/>
            <a:ext cx="458280" cy="308520"/>
          </a:xfrm>
          <a:prstGeom prst="rect">
            <a:avLst/>
          </a:prstGeom>
          <a:ln w="0">
            <a:noFill/>
          </a:ln>
        </p:spPr>
      </p:pic>
      <p:pic>
        <p:nvPicPr>
          <p:cNvPr id="116" name="Picture 6" descr=""/>
          <p:cNvPicPr/>
          <p:nvPr/>
        </p:nvPicPr>
        <p:blipFill>
          <a:blip r:embed="rId3"/>
          <a:stretch/>
        </p:blipFill>
        <p:spPr>
          <a:xfrm>
            <a:off x="3229200" y="2462400"/>
            <a:ext cx="279000" cy="225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1028880" y="685800"/>
            <a:ext cx="7200720" cy="1485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685800">
              <a:lnSpc>
                <a:spcPct val="89000"/>
              </a:lnSpc>
              <a:buNone/>
            </a:pPr>
            <a:r>
              <a:rPr b="0" lang="es-ES_tradnl" sz="4400" spc="-1" strike="noStrike">
                <a:solidFill>
                  <a:schemeClr val="dk2"/>
                </a:solidFill>
                <a:latin typeface="Franklin Gothic Book"/>
              </a:rPr>
              <a:t>1) SENO</a:t>
            </a:r>
            <a:endParaRPr b="0" lang="en-US" sz="4400" spc="-1" strike="noStrike">
              <a:solidFill>
                <a:schemeClr val="dk1"/>
              </a:solidFill>
              <a:latin typeface="Franklin Gothic Book"/>
            </a:endParaRPr>
          </a:p>
        </p:txBody>
      </p:sp>
      <p:pic>
        <p:nvPicPr>
          <p:cNvPr id="118" name="Picture 9" descr="Chart, line chart&#10;&#10;Description automatically generated"/>
          <p:cNvPicPr/>
          <p:nvPr/>
        </p:nvPicPr>
        <p:blipFill>
          <a:blip r:embed="rId1"/>
          <a:stretch/>
        </p:blipFill>
        <p:spPr>
          <a:xfrm>
            <a:off x="1072080" y="1428840"/>
            <a:ext cx="7617960" cy="5428800"/>
          </a:xfrm>
          <a:prstGeom prst="rect">
            <a:avLst/>
          </a:prstGeom>
          <a:ln w="0">
            <a:noFill/>
          </a:ln>
        </p:spPr>
      </p:pic>
      <p:sp>
        <p:nvSpPr>
          <p:cNvPr id="119" name="PlaceHolder 2"/>
          <p:cNvSpPr>
            <a:spLocks noGrp="1"/>
          </p:cNvSpPr>
          <p:nvPr>
            <p:ph/>
          </p:nvPr>
        </p:nvSpPr>
        <p:spPr>
          <a:xfrm>
            <a:off x="4134240" y="536760"/>
            <a:ext cx="4209480" cy="432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84120" indent="-384120" defTabSz="68580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</a:pPr>
            <a:r>
              <a:rPr b="0" lang="es-ES_tradnl" sz="2000" spc="-1" strike="noStrike">
                <a:solidFill>
                  <a:schemeClr val="dk2"/>
                </a:solidFill>
                <a:latin typeface="Franklin Gothic Book"/>
              </a:rPr>
              <a:t>Grafique una serie tipo linea del seno con frecuencia 100 [Hz]</a:t>
            </a:r>
            <a:endParaRPr b="0" lang="en-US" sz="2000" spc="-1" strike="noStrike">
              <a:solidFill>
                <a:schemeClr val="dk2"/>
              </a:solidFill>
              <a:latin typeface="Franklin Gothic Book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1028880" y="685800"/>
            <a:ext cx="7200720" cy="1485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685800">
              <a:lnSpc>
                <a:spcPct val="89000"/>
              </a:lnSpc>
              <a:buNone/>
            </a:pPr>
            <a:r>
              <a:rPr b="0" lang="es-ES_tradnl" sz="4400" spc="-1" strike="noStrike">
                <a:solidFill>
                  <a:schemeClr val="dk2"/>
                </a:solidFill>
                <a:latin typeface="Franklin Gothic Book"/>
              </a:rPr>
              <a:t>2) COSENO</a:t>
            </a:r>
            <a:endParaRPr b="0" lang="en-US" sz="4400" spc="-1" strike="noStrike">
              <a:solidFill>
                <a:schemeClr val="dk1"/>
              </a:solidFill>
              <a:latin typeface="Franklin Gothic Book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/>
          </p:nvPr>
        </p:nvSpPr>
        <p:spPr>
          <a:xfrm>
            <a:off x="4103640" y="362520"/>
            <a:ext cx="4577400" cy="432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84120" indent="-384120" defTabSz="68580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</a:pPr>
            <a:r>
              <a:rPr b="0" lang="es-ES_tradnl" sz="2000" spc="-1" strike="noStrike">
                <a:solidFill>
                  <a:schemeClr val="dk2"/>
                </a:solidFill>
                <a:latin typeface="Franklin Gothic Book"/>
              </a:rPr>
              <a:t>Agregue una segunda serie con el coseno a frecuencia 10 [Hz]</a:t>
            </a:r>
            <a:endParaRPr b="0" lang="en-US" sz="2000" spc="-1" strike="noStrike">
              <a:solidFill>
                <a:schemeClr val="dk2"/>
              </a:solidFill>
              <a:latin typeface="Franklin Gothic Book"/>
            </a:endParaRPr>
          </a:p>
          <a:p>
            <a:pPr marL="384120" indent="-384120" defTabSz="68580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</a:pPr>
            <a:r>
              <a:rPr b="0" lang="es-ES_tradnl" sz="2000" spc="-1" strike="noStrike">
                <a:solidFill>
                  <a:schemeClr val="dk2"/>
                </a:solidFill>
                <a:latin typeface="Franklin Gothic Book"/>
              </a:rPr>
              <a:t>No olvide agregar la leyenda y título correspondiente</a:t>
            </a:r>
            <a:endParaRPr b="0" lang="en-US" sz="2000" spc="-1" strike="noStrike">
              <a:solidFill>
                <a:schemeClr val="dk2"/>
              </a:solidFill>
              <a:latin typeface="Franklin Gothic Book"/>
            </a:endParaRPr>
          </a:p>
        </p:txBody>
      </p:sp>
      <p:pic>
        <p:nvPicPr>
          <p:cNvPr id="122" name="Picture 3" descr="Chart, line chart&#10;&#10;Description automatically generated"/>
          <p:cNvPicPr/>
          <p:nvPr/>
        </p:nvPicPr>
        <p:blipFill>
          <a:blip r:embed="rId1"/>
          <a:stretch/>
        </p:blipFill>
        <p:spPr>
          <a:xfrm>
            <a:off x="1232280" y="1737360"/>
            <a:ext cx="6996960" cy="49820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1028880" y="685800"/>
            <a:ext cx="7200720" cy="1485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685800">
              <a:lnSpc>
                <a:spcPct val="89000"/>
              </a:lnSpc>
              <a:buNone/>
            </a:pPr>
            <a:r>
              <a:rPr b="0" lang="es-ES_tradnl" sz="4400" spc="-1" strike="noStrike">
                <a:solidFill>
                  <a:schemeClr val="dk2"/>
                </a:solidFill>
                <a:latin typeface="Franklin Gothic Book"/>
              </a:rPr>
              <a:t>3) SENO </a:t>
            </a:r>
            <a:br>
              <a:rPr sz="4400"/>
            </a:br>
            <a:r>
              <a:rPr b="0" lang="es-ES_tradnl" sz="4400" spc="-1" strike="noStrike">
                <a:solidFill>
                  <a:schemeClr val="dk2"/>
                </a:solidFill>
                <a:latin typeface="Franklin Gothic Book"/>
              </a:rPr>
              <a:t>+ COSENO</a:t>
            </a:r>
            <a:endParaRPr b="0" lang="en-US" sz="4400" spc="-1" strike="noStrike">
              <a:solidFill>
                <a:schemeClr val="dk1"/>
              </a:solidFill>
              <a:latin typeface="Franklin Gothic Book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/>
          </p:nvPr>
        </p:nvSpPr>
        <p:spPr>
          <a:xfrm>
            <a:off x="3980880" y="259920"/>
            <a:ext cx="4532760" cy="432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84120" indent="-384120" defTabSz="68580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</a:pPr>
            <a:r>
              <a:rPr b="0" lang="es-ES_tradnl" sz="2000" spc="-1" strike="noStrike">
                <a:solidFill>
                  <a:schemeClr val="dk2"/>
                </a:solidFill>
                <a:latin typeface="Franklin Gothic Book"/>
              </a:rPr>
              <a:t>Agregue una tercera serie con la suma de las anteriores a una frecuencia de 5 [Hz]</a:t>
            </a:r>
            <a:endParaRPr b="0" lang="en-US" sz="2000" spc="-1" strike="noStrike">
              <a:solidFill>
                <a:schemeClr val="dk2"/>
              </a:solidFill>
              <a:latin typeface="Franklin Gothic Book"/>
            </a:endParaRPr>
          </a:p>
          <a:p>
            <a:pPr marL="384120" indent="-384120" defTabSz="68580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</a:pPr>
            <a:r>
              <a:rPr b="0" lang="es-ES_tradnl" sz="2000" spc="-1" strike="noStrike">
                <a:solidFill>
                  <a:schemeClr val="dk2"/>
                </a:solidFill>
                <a:latin typeface="Franklin Gothic Book"/>
              </a:rPr>
              <a:t>Configure su serie para que muestre los puntos de medición</a:t>
            </a:r>
            <a:endParaRPr b="0" lang="en-US" sz="2000" spc="-1" strike="noStrike">
              <a:solidFill>
                <a:schemeClr val="dk2"/>
              </a:solidFill>
              <a:latin typeface="Franklin Gothic Book"/>
            </a:endParaRPr>
          </a:p>
        </p:txBody>
      </p:sp>
      <p:pic>
        <p:nvPicPr>
          <p:cNvPr id="125" name="Picture 4" descr="Chart, line chart&#10;&#10;Description automatically generated"/>
          <p:cNvPicPr/>
          <p:nvPr/>
        </p:nvPicPr>
        <p:blipFill>
          <a:blip r:embed="rId1"/>
          <a:stretch/>
        </p:blipFill>
        <p:spPr>
          <a:xfrm>
            <a:off x="1408680" y="2113200"/>
            <a:ext cx="6758280" cy="4713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1028880" y="685800"/>
            <a:ext cx="7200720" cy="1485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685800">
              <a:lnSpc>
                <a:spcPct val="89000"/>
              </a:lnSpc>
              <a:buNone/>
            </a:pPr>
            <a:r>
              <a:rPr b="0" lang="es-ES_tradnl" sz="4400" spc="-1" strike="noStrike">
                <a:solidFill>
                  <a:schemeClr val="dk2"/>
                </a:solidFill>
                <a:latin typeface="Franklin Gothic Book"/>
              </a:rPr>
              <a:t>4) TANGENTE </a:t>
            </a:r>
            <a:br>
              <a:rPr sz="4400"/>
            </a:br>
            <a:r>
              <a:rPr b="0" lang="es-ES_tradnl" sz="4400" spc="-1" strike="noStrike">
                <a:solidFill>
                  <a:schemeClr val="dk2"/>
                </a:solidFill>
                <a:latin typeface="Franklin Gothic Book"/>
              </a:rPr>
              <a:t>SCATTER</a:t>
            </a:r>
            <a:endParaRPr b="0" lang="en-US" sz="4400" spc="-1" strike="noStrike">
              <a:solidFill>
                <a:schemeClr val="dk1"/>
              </a:solidFill>
              <a:latin typeface="Franklin Gothic Book"/>
            </a:endParaRPr>
          </a:p>
        </p:txBody>
      </p:sp>
      <p:sp>
        <p:nvSpPr>
          <p:cNvPr id="127" name="PlaceHolder 2"/>
          <p:cNvSpPr>
            <a:spLocks noGrp="1"/>
          </p:cNvSpPr>
          <p:nvPr>
            <p:ph/>
          </p:nvPr>
        </p:nvSpPr>
        <p:spPr>
          <a:xfrm>
            <a:off x="4293360" y="410400"/>
            <a:ext cx="4683240" cy="432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84120" indent="-384120" defTabSz="68580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</a:pPr>
            <a:r>
              <a:rPr b="0" lang="es-ES_tradnl" sz="2000" spc="-1" strike="noStrike">
                <a:solidFill>
                  <a:schemeClr val="dk2"/>
                </a:solidFill>
                <a:latin typeface="Franklin Gothic Book"/>
              </a:rPr>
              <a:t>Agregue una cuarta serie de tipo </a:t>
            </a:r>
            <a:r>
              <a:rPr b="1" lang="es-ES_tradnl" sz="2000" spc="-1" strike="noStrike" u="sng">
                <a:solidFill>
                  <a:schemeClr val="dk2"/>
                </a:solidFill>
                <a:uFillTx/>
                <a:latin typeface="Franklin Gothic Book"/>
              </a:rPr>
              <a:t>dispersión</a:t>
            </a:r>
            <a:r>
              <a:rPr b="0" lang="es-ES_tradnl" sz="2000" spc="-1" strike="noStrike">
                <a:solidFill>
                  <a:schemeClr val="dk2"/>
                </a:solidFill>
                <a:latin typeface="Franklin Gothic Book"/>
              </a:rPr>
              <a:t> de la tangente a una frecuencia de 1 [Hz] </a:t>
            </a:r>
            <a:endParaRPr b="0" lang="en-US" sz="2000" spc="-1" strike="noStrike">
              <a:solidFill>
                <a:schemeClr val="dk2"/>
              </a:solidFill>
              <a:latin typeface="Franklin Gothic Book"/>
            </a:endParaRPr>
          </a:p>
          <a:p>
            <a:pPr marL="384120" indent="-384120" defTabSz="68580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</a:pPr>
            <a:r>
              <a:rPr b="0" lang="es-ES_tradnl" sz="2000" spc="-1" strike="noStrike">
                <a:solidFill>
                  <a:schemeClr val="dk2"/>
                </a:solidFill>
                <a:latin typeface="Franklin Gothic Book"/>
              </a:rPr>
              <a:t>Configure su serie para que muestre los valores de cada punto</a:t>
            </a:r>
            <a:endParaRPr b="0" lang="en-US" sz="2000" spc="-1" strike="noStrike">
              <a:solidFill>
                <a:schemeClr val="dk2"/>
              </a:solidFill>
              <a:latin typeface="Franklin Gothic Book"/>
            </a:endParaRPr>
          </a:p>
        </p:txBody>
      </p:sp>
      <p:pic>
        <p:nvPicPr>
          <p:cNvPr id="128" name="Picture 3" descr="Chart, line chart&#10;&#10;Description automatically generated"/>
          <p:cNvPicPr/>
          <p:nvPr/>
        </p:nvPicPr>
        <p:blipFill>
          <a:blip r:embed="rId1"/>
          <a:stretch/>
        </p:blipFill>
        <p:spPr>
          <a:xfrm>
            <a:off x="1688040" y="2171880"/>
            <a:ext cx="6486120" cy="4594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1028880" y="685800"/>
            <a:ext cx="7200720" cy="1485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685800">
              <a:lnSpc>
                <a:spcPct val="89000"/>
              </a:lnSpc>
              <a:buNone/>
            </a:pPr>
            <a:r>
              <a:rPr b="0" lang="es-ES_tradnl" sz="4400" spc="-1" strike="noStrike">
                <a:solidFill>
                  <a:schemeClr val="dk2"/>
                </a:solidFill>
                <a:latin typeface="Franklin Gothic Book"/>
              </a:rPr>
              <a:t>5) TANGENTE </a:t>
            </a:r>
            <a:br>
              <a:rPr sz="4400"/>
            </a:br>
            <a:r>
              <a:rPr b="0" lang="es-ES_tradnl" sz="4400" spc="-1" strike="noStrike">
                <a:solidFill>
                  <a:schemeClr val="dk2"/>
                </a:solidFill>
                <a:latin typeface="Franklin Gothic Book"/>
              </a:rPr>
              <a:t>LINE</a:t>
            </a:r>
            <a:endParaRPr b="0" lang="en-US" sz="4400" spc="-1" strike="noStrike">
              <a:solidFill>
                <a:schemeClr val="dk1"/>
              </a:solidFill>
              <a:latin typeface="Franklin Gothic Book"/>
            </a:endParaRPr>
          </a:p>
        </p:txBody>
      </p:sp>
      <p:sp>
        <p:nvSpPr>
          <p:cNvPr id="130" name="PlaceHolder 2"/>
          <p:cNvSpPr>
            <a:spLocks noGrp="1"/>
          </p:cNvSpPr>
          <p:nvPr>
            <p:ph/>
          </p:nvPr>
        </p:nvSpPr>
        <p:spPr>
          <a:xfrm>
            <a:off x="4404600" y="362520"/>
            <a:ext cx="4404240" cy="432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84120" indent="-384120" defTabSz="68580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</a:pPr>
            <a:r>
              <a:rPr b="0" lang="es-ES_tradnl" sz="2000" spc="-1" strike="noStrike">
                <a:solidFill>
                  <a:schemeClr val="dk2"/>
                </a:solidFill>
                <a:latin typeface="Franklin Gothic Book"/>
              </a:rPr>
              <a:t>Agregue una nueva serie de tipo </a:t>
            </a:r>
            <a:r>
              <a:rPr b="1" lang="es-ES_tradnl" sz="2000" spc="-1" strike="noStrike" u="sng">
                <a:solidFill>
                  <a:schemeClr val="dk2"/>
                </a:solidFill>
                <a:uFillTx/>
                <a:latin typeface="Franklin Gothic Book"/>
              </a:rPr>
              <a:t>línea</a:t>
            </a:r>
            <a:r>
              <a:rPr b="0" lang="es-ES_tradnl" sz="2000" spc="-1" strike="noStrike">
                <a:solidFill>
                  <a:schemeClr val="dk2"/>
                </a:solidFill>
                <a:latin typeface="Franklin Gothic Book"/>
              </a:rPr>
              <a:t> de la tangente a una frecuencia de 100 [Hz] </a:t>
            </a:r>
            <a:endParaRPr b="0" lang="en-US" sz="2000" spc="-1" strike="noStrike">
              <a:solidFill>
                <a:schemeClr val="dk2"/>
              </a:solidFill>
              <a:latin typeface="Franklin Gothic Book"/>
            </a:endParaRPr>
          </a:p>
          <a:p>
            <a:pPr marL="384120" indent="-384120" defTabSz="68580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</a:pPr>
            <a:r>
              <a:rPr b="0" lang="es-ES_tradnl" sz="2000" spc="-1" strike="noStrike">
                <a:solidFill>
                  <a:schemeClr val="dk2"/>
                </a:solidFill>
                <a:latin typeface="Franklin Gothic Book"/>
              </a:rPr>
              <a:t>Configure su serie para que ambas tangentes tengan el mismo color</a:t>
            </a:r>
            <a:endParaRPr b="0" lang="en-US" sz="2000" spc="-1" strike="noStrike">
              <a:solidFill>
                <a:schemeClr val="dk2"/>
              </a:solidFill>
              <a:latin typeface="Franklin Gothic Book"/>
            </a:endParaRPr>
          </a:p>
        </p:txBody>
      </p:sp>
      <p:pic>
        <p:nvPicPr>
          <p:cNvPr id="131" name="Picture 4" descr="Chart&#10;&#10;Description automatically generated"/>
          <p:cNvPicPr/>
          <p:nvPr/>
        </p:nvPicPr>
        <p:blipFill>
          <a:blip r:embed="rId1"/>
          <a:stretch/>
        </p:blipFill>
        <p:spPr>
          <a:xfrm>
            <a:off x="1349280" y="2017440"/>
            <a:ext cx="6634440" cy="4676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1028880" y="685800"/>
            <a:ext cx="7200720" cy="1485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685800">
              <a:lnSpc>
                <a:spcPct val="89000"/>
              </a:lnSpc>
              <a:buNone/>
            </a:pPr>
            <a:r>
              <a:rPr b="0" lang="es-ES_tradnl" sz="4400" spc="-1" strike="noStrike">
                <a:solidFill>
                  <a:schemeClr val="dk2"/>
                </a:solidFill>
                <a:latin typeface="Franklin Gothic Book"/>
              </a:rPr>
              <a:t>6) EJE Y</a:t>
            </a:r>
            <a:endParaRPr b="0" lang="en-US" sz="4400" spc="-1" strike="noStrike">
              <a:solidFill>
                <a:schemeClr val="dk1"/>
              </a:solidFill>
              <a:latin typeface="Franklin Gothic Book"/>
            </a:endParaRPr>
          </a:p>
        </p:txBody>
      </p:sp>
      <p:sp>
        <p:nvSpPr>
          <p:cNvPr id="133" name="PlaceHolder 2"/>
          <p:cNvSpPr>
            <a:spLocks noGrp="1"/>
          </p:cNvSpPr>
          <p:nvPr>
            <p:ph/>
          </p:nvPr>
        </p:nvSpPr>
        <p:spPr>
          <a:xfrm>
            <a:off x="3356640" y="685800"/>
            <a:ext cx="5202000" cy="432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84120" indent="-384120" defTabSz="68580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</a:pPr>
            <a:r>
              <a:rPr b="0" lang="es-ES_tradnl" sz="2000" spc="-1" strike="noStrike">
                <a:solidFill>
                  <a:schemeClr val="dk2"/>
                </a:solidFill>
                <a:latin typeface="Franklin Gothic Book"/>
              </a:rPr>
              <a:t>Modifique las propiedades de su eje Y para graficar solo en el rango  [-2 , 2]</a:t>
            </a:r>
            <a:endParaRPr b="0" lang="en-US" sz="2000" spc="-1" strike="noStrike">
              <a:solidFill>
                <a:schemeClr val="dk2"/>
              </a:solidFill>
              <a:latin typeface="Franklin Gothic Book"/>
            </a:endParaRPr>
          </a:p>
        </p:txBody>
      </p:sp>
      <p:pic>
        <p:nvPicPr>
          <p:cNvPr id="134" name="Picture 3" descr="Chart, line chart&#10;&#10;Description automatically generated"/>
          <p:cNvPicPr/>
          <p:nvPr/>
        </p:nvPicPr>
        <p:blipFill>
          <a:blip r:embed="rId1"/>
          <a:stretch/>
        </p:blipFill>
        <p:spPr>
          <a:xfrm>
            <a:off x="1199160" y="1428840"/>
            <a:ext cx="7359480" cy="5127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Crop">
  <a:themeElements>
    <a:clrScheme name="Crop">
      <a:dk1>
        <a:srgbClr val="000000"/>
      </a:dk1>
      <a:lt1>
        <a:srgbClr val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 pitchFamily="0" charset="1"/>
        <a:ea typeface=""/>
        <a:cs typeface=""/>
      </a:majorFont>
      <a:minorFont>
        <a:latin typeface="Franklin Gothic Book" panose="020B05030201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in">
          <a:prstDash val="solid"/>
        </a:ln>
        <a:ln w="34925" cap="flat" cmpd="sng" algn="in">
          <a:prstDash val="solid"/>
        </a:ln>
        <a:ln w="19050" cap="flat" cmpd="sng" algn="in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rop">
  <a:themeElements>
    <a:clrScheme name="Crop">
      <a:dk1>
        <a:srgbClr val="000000"/>
      </a:dk1>
      <a:lt1>
        <a:srgbClr val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 pitchFamily="0" charset="1"/>
        <a:ea typeface=""/>
        <a:cs typeface=""/>
      </a:majorFont>
      <a:minorFont>
        <a:latin typeface="Franklin Gothic Book" panose="020B05030201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in">
          <a:prstDash val="solid"/>
        </a:ln>
        <a:ln w="34925" cap="flat" cmpd="sng" algn="in">
          <a:prstDash val="solid"/>
        </a:ln>
        <a:ln w="19050" cap="flat" cmpd="sng" algn="in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Crop">
  <a:themeElements>
    <a:clrScheme name="Crop">
      <a:dk1>
        <a:srgbClr val="000000"/>
      </a:dk1>
      <a:lt1>
        <a:srgbClr val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 pitchFamily="0" charset="1"/>
        <a:ea typeface=""/>
        <a:cs typeface=""/>
      </a:majorFont>
      <a:minorFont>
        <a:latin typeface="Franklin Gothic Book" panose="020B05030201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in">
          <a:prstDash val="solid"/>
        </a:ln>
        <a:ln w="34925" cap="flat" cmpd="sng" algn="in">
          <a:prstDash val="solid"/>
        </a:ln>
        <a:ln w="19050" cap="flat" cmpd="sng" algn="in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Crop">
  <a:themeElements>
    <a:clrScheme name="Crop">
      <a:dk1>
        <a:srgbClr val="000000"/>
      </a:dk1>
      <a:lt1>
        <a:srgbClr val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 pitchFamily="0" charset="1"/>
        <a:ea typeface=""/>
        <a:cs typeface=""/>
      </a:majorFont>
      <a:minorFont>
        <a:latin typeface="Franklin Gothic Book" panose="020B05030201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in">
          <a:prstDash val="solid"/>
        </a:ln>
        <a:ln w="34925" cap="flat" cmpd="sng" algn="in">
          <a:prstDash val="solid"/>
        </a:ln>
        <a:ln w="19050" cap="flat" cmpd="sng" algn="in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Crop">
  <a:themeElements>
    <a:clrScheme name="Crop">
      <a:dk1>
        <a:srgbClr val="000000"/>
      </a:dk1>
      <a:lt1>
        <a:srgbClr val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 pitchFamily="0" charset="1"/>
        <a:ea typeface=""/>
        <a:cs typeface=""/>
      </a:majorFont>
      <a:minorFont>
        <a:latin typeface="Franklin Gothic Book" panose="020B05030201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in">
          <a:prstDash val="solid"/>
        </a:ln>
        <a:ln w="34925" cap="flat" cmpd="sng" algn="in">
          <a:prstDash val="solid"/>
        </a:ln>
        <a:ln w="19050" cap="flat" cmpd="sng" algn="in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Crop">
  <a:themeElements>
    <a:clrScheme name="Crop">
      <a:dk1>
        <a:srgbClr val="000000"/>
      </a:dk1>
      <a:lt1>
        <a:srgbClr val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 pitchFamily="0" charset="1"/>
        <a:ea typeface=""/>
        <a:cs typeface=""/>
      </a:majorFont>
      <a:minorFont>
        <a:latin typeface="Franklin Gothic Book" panose="020B05030201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in">
          <a:prstDash val="solid"/>
        </a:ln>
        <a:ln w="34925" cap="flat" cmpd="sng" algn="in">
          <a:prstDash val="solid"/>
        </a:ln>
        <a:ln w="19050" cap="flat" cmpd="sng" algn="in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Crop">
  <a:themeElements>
    <a:clrScheme name="Crop">
      <a:dk1>
        <a:srgbClr val="000000"/>
      </a:dk1>
      <a:lt1>
        <a:srgbClr val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 pitchFamily="0" charset="1"/>
        <a:ea typeface=""/>
        <a:cs typeface=""/>
      </a:majorFont>
      <a:minorFont>
        <a:latin typeface="Franklin Gothic Book" panose="020B05030201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in">
          <a:prstDash val="solid"/>
        </a:ln>
        <a:ln w="34925" cap="flat" cmpd="sng" algn="in">
          <a:prstDash val="solid"/>
        </a:ln>
        <a:ln w="19050" cap="flat" cmpd="sng" algn="in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Crop">
  <a:themeElements>
    <a:clrScheme name="Crop">
      <a:dk1>
        <a:srgbClr val="000000"/>
      </a:dk1>
      <a:lt1>
        <a:srgbClr val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 pitchFamily="0" charset="1"/>
        <a:ea typeface=""/>
        <a:cs typeface=""/>
      </a:majorFont>
      <a:minorFont>
        <a:latin typeface="Franklin Gothic Book" panose="020B05030201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in">
          <a:prstDash val="solid"/>
        </a:ln>
        <a:ln w="34925" cap="flat" cmpd="sng" algn="in">
          <a:prstDash val="solid"/>
        </a:ln>
        <a:ln w="19050" cap="flat" cmpd="sng" algn="in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Crop">
  <a:themeElements>
    <a:clrScheme name="Crop">
      <a:dk1>
        <a:srgbClr val="000000"/>
      </a:dk1>
      <a:lt1>
        <a:srgbClr val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 pitchFamily="0" charset="1"/>
        <a:ea typeface=""/>
        <a:cs typeface=""/>
      </a:majorFont>
      <a:minorFont>
        <a:latin typeface="Franklin Gothic Book" panose="020B05030201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in">
          <a:prstDash val="solid"/>
        </a:ln>
        <a:ln w="34925" cap="flat" cmpd="sng" algn="in">
          <a:prstDash val="solid"/>
        </a:ln>
        <a:ln w="19050" cap="flat" cmpd="sng" algn="in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Crop">
  <a:themeElements>
    <a:clrScheme name="Crop">
      <a:dk1>
        <a:srgbClr val="000000"/>
      </a:dk1>
      <a:lt1>
        <a:srgbClr val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 pitchFamily="0" charset="1"/>
        <a:ea typeface=""/>
        <a:cs typeface=""/>
      </a:majorFont>
      <a:minorFont>
        <a:latin typeface="Franklin Gothic Book" panose="020B05030201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in">
          <a:prstDash val="solid"/>
        </a:ln>
        <a:ln w="34925" cap="flat" cmpd="sng" algn="in">
          <a:prstDash val="solid"/>
        </a:ln>
        <a:ln w="19050" cap="flat" cmpd="sng" algn="in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Crop">
  <a:themeElements>
    <a:clrScheme name="Crop">
      <a:dk1>
        <a:srgbClr val="000000"/>
      </a:dk1>
      <a:lt1>
        <a:srgbClr val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 pitchFamily="0" charset="1"/>
        <a:ea typeface=""/>
        <a:cs typeface=""/>
      </a:majorFont>
      <a:minorFont>
        <a:latin typeface="Franklin Gothic Book" panose="020B05030201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in">
          <a:prstDash val="solid"/>
        </a:ln>
        <a:ln w="34925" cap="flat" cmpd="sng" algn="in">
          <a:prstDash val="solid"/>
        </a:ln>
        <a:ln w="19050" cap="flat" cmpd="sng" algn="in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Crop">
  <a:themeElements>
    <a:clrScheme name="Crop">
      <a:dk1>
        <a:srgbClr val="000000"/>
      </a:dk1>
      <a:lt1>
        <a:srgbClr val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 pitchFamily="0" charset="1"/>
        <a:ea typeface=""/>
        <a:cs typeface=""/>
      </a:majorFont>
      <a:minorFont>
        <a:latin typeface="Franklin Gothic Book" panose="020B05030201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in">
          <a:prstDash val="solid"/>
        </a:ln>
        <a:ln w="34925" cap="flat" cmpd="sng" algn="in">
          <a:prstDash val="solid"/>
        </a:ln>
        <a:ln w="19050" cap="flat" cmpd="sng" algn="in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{C680743C-4A62-CD47-906A-8A422C8CC119}tf10001072</Template>
  <TotalTime>60</TotalTime>
  <Application>LibreOffice/24.2.7.2$Linux_X86_64 LibreOffice_project/420$Build-2</Application>
  <AppVersion>15.0000</AppVersion>
  <Words>219</Words>
  <Paragraphs>31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2020-11-30T18:29:40Z</dcterms:created>
  <dc:creator>Mauricio Araya</dc:creator>
  <dc:description/>
  <dc:language>es-MX</dc:language>
  <cp:lastModifiedBy/>
  <dcterms:modified xsi:type="dcterms:W3CDTF">2025-11-10T22:53:43Z</dcterms:modified>
  <cp:revision>7</cp:revision>
  <dc:subject/>
  <dc:title>Tel-102:  Taller qt chart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  <property fmtid="{D5CDD505-2E9C-101B-9397-08002B2CF9AE}" pid="3" name="Slides">
    <vt:i4>9</vt:i4>
  </property>
</Properties>
</file>