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21"/>
  </p:normalViewPr>
  <p:slideViewPr>
    <p:cSldViewPr snapToGrid="0" snapToObjects="1">
      <p:cViewPr varScale="1">
        <p:scale>
          <a:sx n="115" d="100"/>
          <a:sy n="115" d="100"/>
        </p:scale>
        <p:origin x="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11/30/20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5371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11/30/20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3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11/30/20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486970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11/30/20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6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11/30/20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2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11/30/20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31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11/30/20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0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11/30/20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4758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11/30/20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48159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11/30/20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504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11/30/20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155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11/30/20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22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11/30/20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3695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BA7D-C2A3-1248-9AB8-6BED329A96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b="1" dirty="0"/>
              <a:t>Tel-102</a:t>
            </a:r>
            <a:r>
              <a:rPr lang="es-ES_tradnl" dirty="0"/>
              <a:t>: </a:t>
            </a:r>
            <a:br>
              <a:rPr lang="es-ES_tradnl" dirty="0"/>
            </a:br>
            <a:r>
              <a:rPr lang="es-ES_tradnl" dirty="0"/>
              <a:t>Taller </a:t>
            </a:r>
            <a:r>
              <a:rPr lang="es-ES_tradnl" dirty="0" err="1"/>
              <a:t>qt</a:t>
            </a:r>
            <a:r>
              <a:rPr lang="es-ES_tradnl" dirty="0"/>
              <a:t> chart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DC7C5-A741-544E-96BE-B1EAA62BB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Mauricio Araya</a:t>
            </a:r>
          </a:p>
          <a:p>
            <a:r>
              <a:rPr lang="es-ES_tradnl" dirty="0"/>
              <a:t>Nicolás </a:t>
            </a:r>
            <a:r>
              <a:rPr lang="es-ES_tradnl" dirty="0" err="1"/>
              <a:t>Galvez</a:t>
            </a:r>
            <a:endParaRPr lang="es-ES_tradnl" dirty="0"/>
          </a:p>
          <a:p>
            <a:r>
              <a:rPr lang="es-ES_tradnl" dirty="0"/>
              <a:t>Patricio Olivares</a:t>
            </a:r>
          </a:p>
        </p:txBody>
      </p:sp>
    </p:spTree>
    <p:extLst>
      <p:ext uri="{BB962C8B-B14F-4D97-AF65-F5344CB8AC3E}">
        <p14:creationId xmlns:p14="http://schemas.microsoft.com/office/powerpoint/2010/main" val="2292976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75A4-B0B4-8448-AA61-57F79C3EF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601885"/>
            <a:ext cx="7773338" cy="1197133"/>
          </a:xfrm>
        </p:spPr>
        <p:txBody>
          <a:bodyPr/>
          <a:lstStyle/>
          <a:p>
            <a:r>
              <a:rPr lang="es-ES_tradnl" dirty="0"/>
              <a:t>OBJETIVO: Replicar Gráfico</a:t>
            </a: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AEFE1913-C385-8C4A-935A-CB8AB073F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48" y="1517870"/>
            <a:ext cx="7399303" cy="515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56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58F-9DE4-384A-881C-C2B6BD29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FRECUENCIA DE MUESTREO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13C6-C4FB-7A4E-8039-EE46804409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4323639"/>
          </a:xfrm>
        </p:spPr>
        <p:txBody>
          <a:bodyPr/>
          <a:lstStyle/>
          <a:p>
            <a:r>
              <a:rPr lang="es-ES_tradnl" dirty="0"/>
              <a:t>Cuantos puntos (     ) se miden de una variable en cada segundo</a:t>
            </a:r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r>
              <a:rPr lang="es-ES_tradnl" dirty="0"/>
              <a:t>Donde         corresponde a la frecuencia de muestreo </a:t>
            </a:r>
          </a:p>
          <a:p>
            <a:endParaRPr lang="es-ES_tradnl" dirty="0"/>
          </a:p>
          <a:p>
            <a:r>
              <a:rPr lang="es-ES_tradnl" dirty="0"/>
              <a:t>Todas las funciones se evaluarán entre 0 y 10 segundos</a:t>
            </a:r>
          </a:p>
          <a:p>
            <a:endParaRPr lang="es-ES_tradnl" dirty="0"/>
          </a:p>
          <a:p>
            <a:r>
              <a:rPr lang="es-ES_tradnl" dirty="0"/>
              <a:t>Pero las frecuencias de muestreo irán cambiando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4B5AC-AD96-B242-9A07-2EDAAE790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730" y="3091521"/>
            <a:ext cx="3438138" cy="831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7F4A21-15ED-BA45-89AD-00F8013C9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690" y="4196048"/>
            <a:ext cx="458583" cy="309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60738D-4E85-4441-B7F2-E0BE09ED6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375" y="2462532"/>
            <a:ext cx="279310" cy="22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2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58F-9DE4-384A-881C-C2B6BD29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1) SENO</a:t>
            </a:r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28E7354-2F4C-A649-8C08-164ED8A81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10" y="1428750"/>
            <a:ext cx="7618463" cy="542925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5C6E44-06BB-8F4E-8D6A-32C97604BA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198" y="685800"/>
            <a:ext cx="4209820" cy="4323639"/>
          </a:xfrm>
        </p:spPr>
        <p:txBody>
          <a:bodyPr/>
          <a:lstStyle/>
          <a:p>
            <a:r>
              <a:rPr lang="es-ES_tradnl" dirty="0"/>
              <a:t>Grafique una serie tipo </a:t>
            </a:r>
            <a:r>
              <a:rPr lang="es-ES_tradnl" dirty="0" err="1"/>
              <a:t>linea</a:t>
            </a:r>
            <a:r>
              <a:rPr lang="es-ES_tradnl" dirty="0"/>
              <a:t> del seno con frecuencia 100 [Hz]</a:t>
            </a:r>
          </a:p>
        </p:txBody>
      </p:sp>
    </p:spTree>
    <p:extLst>
      <p:ext uri="{BB962C8B-B14F-4D97-AF65-F5344CB8AC3E}">
        <p14:creationId xmlns:p14="http://schemas.microsoft.com/office/powerpoint/2010/main" val="3099748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58F-9DE4-384A-881C-C2B6BD29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2) COSENO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5C6E44-06BB-8F4E-8D6A-32C97604BA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03647" y="362662"/>
            <a:ext cx="4577811" cy="4323639"/>
          </a:xfrm>
        </p:spPr>
        <p:txBody>
          <a:bodyPr/>
          <a:lstStyle/>
          <a:p>
            <a:r>
              <a:rPr lang="es-ES_tradnl" dirty="0"/>
              <a:t>Agregue una segunda serie con el coseno a frecuencia 10 [Hz]</a:t>
            </a:r>
          </a:p>
          <a:p>
            <a:r>
              <a:rPr lang="es-ES_tradnl" dirty="0"/>
              <a:t>No olvide agregar la leyenda y título correspondiente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5CECE9D7-1D9F-7346-AE8F-3AC9FDC79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08" y="1737507"/>
            <a:ext cx="6997391" cy="498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6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58F-9DE4-384A-881C-C2B6BD29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3) SENO </a:t>
            </a:r>
            <a:br>
              <a:rPr lang="es-ES_tradnl" dirty="0"/>
            </a:br>
            <a:r>
              <a:rPr lang="es-ES_tradnl" dirty="0"/>
              <a:t>+ COSENO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5C6E44-06BB-8F4E-8D6A-32C97604BA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80985" y="260026"/>
            <a:ext cx="4533206" cy="4323639"/>
          </a:xfrm>
        </p:spPr>
        <p:txBody>
          <a:bodyPr/>
          <a:lstStyle/>
          <a:p>
            <a:r>
              <a:rPr lang="es-ES_tradnl" dirty="0"/>
              <a:t>Agregue una tercera serie con la suma de las anteriores a una frecuencia de 5 [Hz]</a:t>
            </a:r>
          </a:p>
          <a:p>
            <a:r>
              <a:rPr lang="es-ES_tradnl" dirty="0"/>
              <a:t>Configure su serie para que muestre los puntos de medición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88AA6983-CBD7-B144-ADB8-C86B826EC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630" y="2113289"/>
            <a:ext cx="6758756" cy="471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18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58F-9DE4-384A-881C-C2B6BD29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4) TANGENTE </a:t>
            </a:r>
            <a:br>
              <a:rPr lang="es-ES_tradnl" dirty="0"/>
            </a:br>
            <a:r>
              <a:rPr lang="es-ES_tradnl" dirty="0"/>
              <a:t>SCATTER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5C6E44-06BB-8F4E-8D6A-32C97604BA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3219" y="410348"/>
            <a:ext cx="4683514" cy="4323639"/>
          </a:xfrm>
        </p:spPr>
        <p:txBody>
          <a:bodyPr/>
          <a:lstStyle/>
          <a:p>
            <a:r>
              <a:rPr lang="es-ES_tradnl" dirty="0"/>
              <a:t>Agregue una cuarta serie de tipo </a:t>
            </a:r>
            <a:r>
              <a:rPr lang="es-ES_tradnl" b="1" u="sng" dirty="0"/>
              <a:t>dispersión</a:t>
            </a:r>
            <a:r>
              <a:rPr lang="es-ES_tradnl" dirty="0"/>
              <a:t> de la tangente a una frecuencia de 1 [Hz] </a:t>
            </a:r>
          </a:p>
          <a:p>
            <a:r>
              <a:rPr lang="es-ES_tradnl" dirty="0"/>
              <a:t>Configure su serie para que muestre los valores de cada punto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4A05108B-9A66-DE45-A9CD-64CE62B47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981" y="2171700"/>
            <a:ext cx="6486543" cy="459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80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58F-9DE4-384A-881C-C2B6BD29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5) TANGENTE </a:t>
            </a:r>
            <a:br>
              <a:rPr lang="es-ES_tradnl" dirty="0"/>
            </a:br>
            <a:r>
              <a:rPr lang="es-ES_tradnl" dirty="0"/>
              <a:t>LINE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5C6E44-06BB-8F4E-8D6A-32C97604BA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4732" y="362662"/>
            <a:ext cx="4404732" cy="4323639"/>
          </a:xfrm>
        </p:spPr>
        <p:txBody>
          <a:bodyPr/>
          <a:lstStyle/>
          <a:p>
            <a:r>
              <a:rPr lang="es-ES_tradnl" dirty="0"/>
              <a:t>Agregue una nueva serie de tipo </a:t>
            </a:r>
            <a:r>
              <a:rPr lang="es-ES_tradnl" b="1" u="sng" dirty="0"/>
              <a:t>línea</a:t>
            </a:r>
            <a:r>
              <a:rPr lang="es-ES_tradnl" dirty="0"/>
              <a:t> de la tangente a una frecuencia de 100 [Hz] </a:t>
            </a:r>
          </a:p>
          <a:p>
            <a:r>
              <a:rPr lang="es-ES_tradnl" dirty="0"/>
              <a:t>Configure su serie para que ambas tangentes tengan el mismo color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66A34CAF-0625-144E-BF8F-AA67EBEF3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297" y="2017502"/>
            <a:ext cx="6634976" cy="467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4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58F-9DE4-384A-881C-C2B6BD29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6) EJE Y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5C6E44-06BB-8F4E-8D6A-32C97604BA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6516" y="685800"/>
            <a:ext cx="5202279" cy="4323639"/>
          </a:xfrm>
        </p:spPr>
        <p:txBody>
          <a:bodyPr/>
          <a:lstStyle/>
          <a:p>
            <a:r>
              <a:rPr lang="es-ES_tradnl" dirty="0"/>
              <a:t>Modifique las propiedades de su eje Y para graficar solo en el rango  [-2 , 2]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8DC08BDC-1E93-FC44-A9A5-CEAC8C763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990" y="1428750"/>
            <a:ext cx="7359805" cy="512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7815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{C680743C-4A62-CD47-906A-8A422C8CC119}tf10001072</Template>
  <TotalTime>60</TotalTime>
  <Words>219</Words>
  <Application>Microsoft Macintosh PowerPoint</Application>
  <PresentationFormat>On-screen Show (4:3)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Franklin Gothic Book</vt:lpstr>
      <vt:lpstr>Crop</vt:lpstr>
      <vt:lpstr>Tel-102:  Taller qt chart</vt:lpstr>
      <vt:lpstr>OBJETIVO: Replicar Gráfico</vt:lpstr>
      <vt:lpstr>FRECUENCIA DE MUESTREO</vt:lpstr>
      <vt:lpstr>1) SENO</vt:lpstr>
      <vt:lpstr>2) COSENO</vt:lpstr>
      <vt:lpstr>3) SENO  + COSENO</vt:lpstr>
      <vt:lpstr>4) TANGENTE  SCATTER</vt:lpstr>
      <vt:lpstr>5) TANGENTE  LINE</vt:lpstr>
      <vt:lpstr>6) EJE 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Tel-102:  Taller qt chart</dc:title>
  <dc:creator>Mauricio Araya</dc:creator>
  <cp:lastModifiedBy>Mauricio Araya</cp:lastModifiedBy>
  <cp:revision>6</cp:revision>
  <dcterms:created xsi:type="dcterms:W3CDTF">2020-11-30T18:29:40Z</dcterms:created>
  <dcterms:modified xsi:type="dcterms:W3CDTF">2020-11-30T19:29:54Z</dcterms:modified>
</cp:coreProperties>
</file>